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sldIdLst>
    <p:sldId id="464" r:id="rId3"/>
    <p:sldId id="471" r:id="rId4"/>
  </p:sldIdLst>
  <p:sldSz cx="12195175" cy="6858000"/>
  <p:notesSz cx="6858000" cy="9144000"/>
  <p:embeddedFontLst>
    <p:embeddedFont>
      <p:font typeface="黑体" panose="02010609060101010101" pitchFamily="49" charset="-122"/>
      <p:regular r:id="rId9"/>
    </p:embeddedFont>
    <p:embeddedFont>
      <p:font typeface="微软雅黑" panose="020B0503020204020204" pitchFamily="34" charset="-122"/>
      <p:regular r:id="rId10"/>
      <p:bold r:id="rId11"/>
    </p:embeddedFont>
    <p:embeddedFont>
      <p:font typeface="Calibri" panose="020F0502020204030204"/>
      <p:regular r:id="rId12"/>
      <p:bold r:id="rId13"/>
      <p:italic r:id="rId14"/>
      <p:boldItalic r:id="rId15"/>
    </p:embeddedFont>
    <p:embeddedFont>
      <p:font typeface="Noto Sans SC" panose="020B0200000000000000" charset="-122"/>
      <p:regular r:id="rId16"/>
      <p:bold r:id="rId17"/>
    </p:embeddedFont>
  </p:embeddedFontLst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" userDrawn="1">
          <p15:clr>
            <a:srgbClr val="A4A3A4"/>
          </p15:clr>
        </p15:guide>
        <p15:guide id="2" pos="39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0BFBF"/>
    <a:srgbClr val="A0DFF3"/>
    <a:srgbClr val="FFFFFF"/>
    <a:srgbClr val="C2DEEC"/>
    <a:srgbClr val="E9ECEF"/>
    <a:srgbClr val="BCDDEF"/>
    <a:srgbClr val="E5E6EB"/>
    <a:srgbClr val="007F7F"/>
    <a:srgbClr val="B4DC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3" autoAdjust="0"/>
    <p:restoredTop sz="78738" autoAdjust="0"/>
  </p:normalViewPr>
  <p:slideViewPr>
    <p:cSldViewPr showGuides="1">
      <p:cViewPr varScale="1">
        <p:scale>
          <a:sx n="107" d="100"/>
          <a:sy n="107" d="100"/>
        </p:scale>
        <p:origin x="1032" y="72"/>
      </p:cViewPr>
      <p:guideLst>
        <p:guide orient="horz" pos="32"/>
        <p:guide pos="39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1.fntdata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36.xml"/><Relationship Id="rId17" Type="http://schemas.openxmlformats.org/officeDocument/2006/relationships/font" Target="fonts/font9.fntdata"/><Relationship Id="rId16" Type="http://schemas.openxmlformats.org/officeDocument/2006/relationships/font" Target="fonts/font8.fntdata"/><Relationship Id="rId15" Type="http://schemas.openxmlformats.org/officeDocument/2006/relationships/font" Target="fonts/font7.fntdata"/><Relationship Id="rId14" Type="http://schemas.openxmlformats.org/officeDocument/2006/relationships/font" Target="fonts/font6.fntdata"/><Relationship Id="rId13" Type="http://schemas.openxmlformats.org/officeDocument/2006/relationships/font" Target="fonts/font5.fntdata"/><Relationship Id="rId12" Type="http://schemas.openxmlformats.org/officeDocument/2006/relationships/font" Target="fonts/font4.fntdata"/><Relationship Id="rId11" Type="http://schemas.openxmlformats.org/officeDocument/2006/relationships/font" Target="fonts/font3.fntdata"/><Relationship Id="rId10" Type="http://schemas.openxmlformats.org/officeDocument/2006/relationships/font" Target="fonts/font2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47A1D-12E5-456D-BF67-C0BDB0A187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ACBAC-C8EB-45CA-967B-DC24F1263EA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通栏大图版：架构图占满宽度，讲解重点移到底部横排三列。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8AF93-F015-4E02-9910-15C5CE4FE8B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AEB412-6DE5-4D5A-AC24-F5C75854319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419" y="365126"/>
            <a:ext cx="1051833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419" y="1825625"/>
            <a:ext cx="1051833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418" y="6356351"/>
            <a:ext cx="2743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0B208AD4-D839-43C7-88E6-A9780EF728A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9652" y="6356351"/>
            <a:ext cx="41158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2843" y="6356351"/>
            <a:ext cx="2743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0089D876-9079-4FCD-8F90-979C9E61459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5" Type="http://schemas.openxmlformats.org/officeDocument/2006/relationships/slideLayout" Target="../slideLayouts/slideLayout1.xml"/><Relationship Id="rId34" Type="http://schemas.openxmlformats.org/officeDocument/2006/relationships/themeOverride" Target="../theme/themeOverride1.xml"/><Relationship Id="rId33" Type="http://schemas.openxmlformats.org/officeDocument/2006/relationships/image" Target="../media/image8.png"/><Relationship Id="rId32" Type="http://schemas.openxmlformats.org/officeDocument/2006/relationships/image" Target="../media/image7.png"/><Relationship Id="rId31" Type="http://schemas.openxmlformats.org/officeDocument/2006/relationships/image" Target="../media/image6.png"/><Relationship Id="rId30" Type="http://schemas.openxmlformats.org/officeDocument/2006/relationships/image" Target="../media/image5.png"/><Relationship Id="rId3" Type="http://schemas.openxmlformats.org/officeDocument/2006/relationships/image" Target="../media/image4.png"/><Relationship Id="rId29" Type="http://schemas.openxmlformats.org/officeDocument/2006/relationships/tags" Target="../tags/tag26.xml"/><Relationship Id="rId28" Type="http://schemas.openxmlformats.org/officeDocument/2006/relationships/tags" Target="../tags/tag25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image" Target="../media/image3.pn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image" Target="../media/image9.png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3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图片 7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" y="0"/>
            <a:ext cx="12189460" cy="6858000"/>
          </a:xfrm>
          <a:prstGeom prst="rect">
            <a:avLst/>
          </a:prstGeom>
        </p:spPr>
      </p:pic>
      <p:pic>
        <p:nvPicPr>
          <p:cNvPr id="52" name="图片 51" descr="黑暗中的灯光&#10;&#10;描述已自动生成"/>
          <p:cNvPicPr>
            <a:picLocks noChangeAspect="1"/>
          </p:cNvPicPr>
          <p:nvPr/>
        </p:nvPicPr>
        <p:blipFill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056" y="521584"/>
            <a:ext cx="6616871" cy="852856"/>
          </a:xfrm>
          <a:prstGeom prst="rect">
            <a:avLst/>
          </a:prstGeom>
        </p:spPr>
      </p:pic>
      <p:sp>
        <p:nvSpPr>
          <p:cNvPr id="26" name="梯形 25"/>
          <p:cNvSpPr/>
          <p:nvPr/>
        </p:nvSpPr>
        <p:spPr>
          <a:xfrm>
            <a:off x="1649571" y="576389"/>
            <a:ext cx="9002648" cy="620969"/>
          </a:xfrm>
          <a:prstGeom prst="trapezoid">
            <a:avLst>
              <a:gd name="adj" fmla="val 99755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rgbClr val="B1DDDC"/>
              </a:gs>
              <a:gs pos="100000">
                <a:srgbClr val="31859C">
                  <a:alpha val="20000"/>
                </a:srgbClr>
              </a:gs>
            </a:gsLst>
            <a:lin ang="5400000" scaled="1"/>
            <a:tileRect/>
          </a:gradFill>
          <a:ln w="9525">
            <a:gradFill>
              <a:gsLst>
                <a:gs pos="100000">
                  <a:schemeClr val="accent1"/>
                </a:gs>
                <a:gs pos="39000">
                  <a:schemeClr val="accent2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>
              <a:solidFill>
                <a:prstClr val="white"/>
              </a:solidFill>
              <a:latin typeface="黑体" panose="02010609060101010101" pitchFamily="49" charset="-122"/>
              <a:ea typeface="黑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9" name="文本框 48"/>
          <p:cNvSpPr txBox="1"/>
          <p:nvPr>
            <p:custDataLst>
              <p:tags r:id="rId4"/>
            </p:custDataLst>
          </p:nvPr>
        </p:nvSpPr>
        <p:spPr>
          <a:xfrm>
            <a:off x="916227" y="639539"/>
            <a:ext cx="1013198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zh-CN" altLang="en-US" sz="2400" b="1" dirty="0">
                <a:gradFill flip="none" rotWithShape="1">
                  <a:gsLst>
                    <a:gs pos="28000">
                      <a:srgbClr val="31859C"/>
                    </a:gs>
                    <a:gs pos="100000">
                      <a:srgbClr val="016DFF"/>
                    </a:gs>
                  </a:gsLst>
                  <a:lin ang="16200000" scaled="1"/>
                  <a:tileRect/>
                </a:gradFill>
                <a:effectLst>
                  <a:reflection blurRad="63500" stA="13000" endPos="61000" dist="38100" dir="5400000" sy="-100000" algn="bl" rotWithShape="0"/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形成分类、定位、教材证据和复核意见</a:t>
            </a:r>
            <a:r>
              <a:rPr lang="zh-CN" altLang="en-US" sz="2400" b="1" dirty="0">
                <a:gradFill flip="none" rotWithShape="1">
                  <a:gsLst>
                    <a:gs pos="28000">
                      <a:srgbClr val="31859C"/>
                    </a:gs>
                    <a:gs pos="100000">
                      <a:srgbClr val="016DFF"/>
                    </a:gs>
                  </a:gsLst>
                  <a:lin ang="16200000" scaled="1"/>
                  <a:tileRect/>
                </a:gradFill>
                <a:effectLst>
                  <a:reflection blurRad="63500" stA="13000" endPos="61000" dist="38100" dir="5400000" sy="-100000" algn="bl" rotWithShape="0"/>
                </a:effectLst>
                <a:latin typeface="黑体" panose="02010609060101010101" pitchFamily="49" charset="-122"/>
                <a:ea typeface="黑体" panose="02010609060101010101" pitchFamily="49" charset="-122"/>
                <a:cs typeface="+mn-ea"/>
              </a:rPr>
              <a:t>一条链路</a:t>
            </a:r>
            <a:endParaRPr lang="zh-CN" altLang="en-US" sz="2400" b="1" dirty="0">
              <a:gradFill flip="none" rotWithShape="1">
                <a:gsLst>
                  <a:gs pos="28000">
                    <a:srgbClr val="31859C"/>
                  </a:gs>
                  <a:gs pos="100000">
                    <a:srgbClr val="016DFF"/>
                  </a:gs>
                </a:gsLst>
                <a:lin ang="16200000" scaled="1"/>
                <a:tileRect/>
              </a:gradFill>
              <a:effectLst>
                <a:reflection blurRad="63500" stA="13000" endPos="61000" dist="38100" dir="5400000" sy="-100000" algn="bl" rotWithShape="0"/>
              </a:effectLst>
              <a:latin typeface="黑体" panose="02010609060101010101" pitchFamily="49" charset="-122"/>
              <a:ea typeface="黑体" panose="02010609060101010101" pitchFamily="49" charset="-122"/>
              <a:cs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-1" y="6960"/>
            <a:ext cx="12195175" cy="548680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42228" y="11232"/>
            <a:ext cx="576064" cy="836712"/>
            <a:chOff x="264939" y="0"/>
            <a:chExt cx="576064" cy="836712"/>
          </a:xfrm>
          <a:solidFill>
            <a:srgbClr val="4F81BD"/>
          </a:solidFill>
        </p:grpSpPr>
        <p:grpSp>
          <p:nvGrpSpPr>
            <p:cNvPr id="4" name="组合 3"/>
            <p:cNvGrpSpPr/>
            <p:nvPr/>
          </p:nvGrpSpPr>
          <p:grpSpPr>
            <a:xfrm>
              <a:off x="264939" y="0"/>
              <a:ext cx="576064" cy="836712"/>
              <a:chOff x="841003" y="360040"/>
              <a:chExt cx="504056" cy="836712"/>
            </a:xfrm>
            <a:grpFill/>
          </p:grpSpPr>
          <p:sp>
            <p:nvSpPr>
              <p:cNvPr id="14" name="矩形 13"/>
              <p:cNvSpPr/>
              <p:nvPr/>
            </p:nvSpPr>
            <p:spPr>
              <a:xfrm>
                <a:off x="841003" y="360040"/>
                <a:ext cx="504056" cy="548680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15" name="等腰三角形 14"/>
              <p:cNvSpPr/>
              <p:nvPr/>
            </p:nvSpPr>
            <p:spPr>
              <a:xfrm rot="10800000">
                <a:off x="841003" y="908720"/>
                <a:ext cx="504056" cy="288032"/>
              </a:xfrm>
              <a:prstGeom prst="triangle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algn="ctr">
                  <a:defRPr/>
                </a:pPr>
                <a:endParaRPr lang="zh-CN" altLang="en-US" kern="0">
                  <a:solidFill>
                    <a:prstClr val="white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3" name="Freeform 126"/>
            <p:cNvSpPr>
              <a:spLocks noChangeAspect="1" noEditPoints="1"/>
            </p:cNvSpPr>
            <p:nvPr/>
          </p:nvSpPr>
          <p:spPr bwMode="auto">
            <a:xfrm>
              <a:off x="388399" y="136824"/>
              <a:ext cx="329141" cy="411856"/>
            </a:xfrm>
            <a:custGeom>
              <a:avLst/>
              <a:gdLst>
                <a:gd name="T0" fmla="*/ 48 w 81"/>
                <a:gd name="T1" fmla="*/ 27 h 101"/>
                <a:gd name="T2" fmla="*/ 4 w 81"/>
                <a:gd name="T3" fmla="*/ 48 h 101"/>
                <a:gd name="T4" fmla="*/ 0 w 81"/>
                <a:gd name="T5" fmla="*/ 31 h 101"/>
                <a:gd name="T6" fmla="*/ 58 w 81"/>
                <a:gd name="T7" fmla="*/ 90 h 101"/>
                <a:gd name="T8" fmla="*/ 81 w 81"/>
                <a:gd name="T9" fmla="*/ 98 h 101"/>
                <a:gd name="T10" fmla="*/ 58 w 81"/>
                <a:gd name="T11" fmla="*/ 90 h 101"/>
                <a:gd name="T12" fmla="*/ 53 w 81"/>
                <a:gd name="T13" fmla="*/ 101 h 101"/>
                <a:gd name="T14" fmla="*/ 29 w 81"/>
                <a:gd name="T15" fmla="*/ 98 h 101"/>
                <a:gd name="T16" fmla="*/ 0 w 81"/>
                <a:gd name="T17" fmla="*/ 90 h 101"/>
                <a:gd name="T18" fmla="*/ 29 w 81"/>
                <a:gd name="T19" fmla="*/ 87 h 101"/>
                <a:gd name="T20" fmla="*/ 38 w 81"/>
                <a:gd name="T21" fmla="*/ 76 h 101"/>
                <a:gd name="T22" fmla="*/ 0 w 81"/>
                <a:gd name="T23" fmla="*/ 72 h 101"/>
                <a:gd name="T24" fmla="*/ 4 w 81"/>
                <a:gd name="T25" fmla="*/ 54 h 101"/>
                <a:gd name="T26" fmla="*/ 48 w 81"/>
                <a:gd name="T27" fmla="*/ 76 h 101"/>
                <a:gd name="T28" fmla="*/ 44 w 81"/>
                <a:gd name="T29" fmla="*/ 87 h 101"/>
                <a:gd name="T30" fmla="*/ 53 w 81"/>
                <a:gd name="T31" fmla="*/ 90 h 101"/>
                <a:gd name="T32" fmla="*/ 4 w 81"/>
                <a:gd name="T33" fmla="*/ 0 h 101"/>
                <a:gd name="T34" fmla="*/ 48 w 81"/>
                <a:gd name="T35" fmla="*/ 21 h 101"/>
                <a:gd name="T36" fmla="*/ 0 w 81"/>
                <a:gd name="T37" fmla="*/ 17 h 101"/>
                <a:gd name="T38" fmla="*/ 4 w 81"/>
                <a:gd name="T39" fmla="*/ 0 h 101"/>
                <a:gd name="T40" fmla="*/ 53 w 81"/>
                <a:gd name="T41" fmla="*/ 76 h 101"/>
                <a:gd name="T42" fmla="*/ 81 w 81"/>
                <a:gd name="T43" fmla="*/ 72 h 101"/>
                <a:gd name="T44" fmla="*/ 77 w 81"/>
                <a:gd name="T45" fmla="*/ 54 h 101"/>
                <a:gd name="T46" fmla="*/ 59 w 81"/>
                <a:gd name="T47" fmla="*/ 8 h 101"/>
                <a:gd name="T48" fmla="*/ 69 w 81"/>
                <a:gd name="T49" fmla="*/ 13 h 101"/>
                <a:gd name="T50" fmla="*/ 59 w 81"/>
                <a:gd name="T51" fmla="*/ 8 h 101"/>
                <a:gd name="T52" fmla="*/ 69 w 81"/>
                <a:gd name="T53" fmla="*/ 63 h 101"/>
                <a:gd name="T54" fmla="*/ 59 w 81"/>
                <a:gd name="T55" fmla="*/ 67 h 101"/>
                <a:gd name="T56" fmla="*/ 59 w 81"/>
                <a:gd name="T57" fmla="*/ 35 h 101"/>
                <a:gd name="T58" fmla="*/ 69 w 81"/>
                <a:gd name="T59" fmla="*/ 40 h 101"/>
                <a:gd name="T60" fmla="*/ 59 w 81"/>
                <a:gd name="T61" fmla="*/ 35 h 101"/>
                <a:gd name="T62" fmla="*/ 53 w 81"/>
                <a:gd name="T63" fmla="*/ 21 h 101"/>
                <a:gd name="T64" fmla="*/ 81 w 81"/>
                <a:gd name="T65" fmla="*/ 17 h 101"/>
                <a:gd name="T66" fmla="*/ 77 w 81"/>
                <a:gd name="T67" fmla="*/ 0 h 101"/>
                <a:gd name="T68" fmla="*/ 53 w 81"/>
                <a:gd name="T69" fmla="*/ 27 h 101"/>
                <a:gd name="T70" fmla="*/ 77 w 81"/>
                <a:gd name="T71" fmla="*/ 48 h 101"/>
                <a:gd name="T72" fmla="*/ 81 w 81"/>
                <a:gd name="T73" fmla="*/ 31 h 101"/>
                <a:gd name="T74" fmla="*/ 53 w 81"/>
                <a:gd name="T75" fmla="*/ 27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101">
                  <a:moveTo>
                    <a:pt x="4" y="27"/>
                  </a:moveTo>
                  <a:cubicBezTo>
                    <a:pt x="48" y="27"/>
                    <a:pt x="48" y="27"/>
                    <a:pt x="48" y="27"/>
                  </a:cubicBezTo>
                  <a:cubicBezTo>
                    <a:pt x="48" y="48"/>
                    <a:pt x="48" y="48"/>
                    <a:pt x="48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2" y="48"/>
                    <a:pt x="0" y="46"/>
                    <a:pt x="0" y="44"/>
                  </a:cubicBezTo>
                  <a:cubicBezTo>
                    <a:pt x="0" y="31"/>
                    <a:pt x="0" y="31"/>
                    <a:pt x="0" y="31"/>
                  </a:cubicBezTo>
                  <a:cubicBezTo>
                    <a:pt x="0" y="29"/>
                    <a:pt x="2" y="27"/>
                    <a:pt x="4" y="27"/>
                  </a:cubicBezTo>
                  <a:close/>
                  <a:moveTo>
                    <a:pt x="58" y="90"/>
                  </a:moveTo>
                  <a:cubicBezTo>
                    <a:pt x="81" y="90"/>
                    <a:pt x="81" y="90"/>
                    <a:pt x="81" y="90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58" y="98"/>
                    <a:pt x="58" y="98"/>
                    <a:pt x="58" y="98"/>
                  </a:cubicBezTo>
                  <a:cubicBezTo>
                    <a:pt x="58" y="90"/>
                    <a:pt x="58" y="90"/>
                    <a:pt x="58" y="90"/>
                  </a:cubicBezTo>
                  <a:close/>
                  <a:moveTo>
                    <a:pt x="53" y="98"/>
                  </a:moveTo>
                  <a:cubicBezTo>
                    <a:pt x="53" y="101"/>
                    <a:pt x="53" y="101"/>
                    <a:pt x="53" y="101"/>
                  </a:cubicBezTo>
                  <a:cubicBezTo>
                    <a:pt x="29" y="101"/>
                    <a:pt x="29" y="101"/>
                    <a:pt x="29" y="101"/>
                  </a:cubicBezTo>
                  <a:cubicBezTo>
                    <a:pt x="29" y="98"/>
                    <a:pt x="29" y="98"/>
                    <a:pt x="29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9" y="90"/>
                    <a:pt x="29" y="90"/>
                    <a:pt x="29" y="90"/>
                  </a:cubicBezTo>
                  <a:cubicBezTo>
                    <a:pt x="29" y="87"/>
                    <a:pt x="29" y="87"/>
                    <a:pt x="29" y="87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4" y="76"/>
                    <a:pt x="4" y="76"/>
                    <a:pt x="4" y="76"/>
                  </a:cubicBezTo>
                  <a:cubicBezTo>
                    <a:pt x="2" y="76"/>
                    <a:pt x="0" y="74"/>
                    <a:pt x="0" y="72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6"/>
                    <a:pt x="2" y="54"/>
                    <a:pt x="4" y="54"/>
                  </a:cubicBezTo>
                  <a:cubicBezTo>
                    <a:pt x="48" y="54"/>
                    <a:pt x="48" y="54"/>
                    <a:pt x="48" y="54"/>
                  </a:cubicBezTo>
                  <a:cubicBezTo>
                    <a:pt x="48" y="76"/>
                    <a:pt x="48" y="76"/>
                    <a:pt x="48" y="76"/>
                  </a:cubicBezTo>
                  <a:cubicBezTo>
                    <a:pt x="44" y="76"/>
                    <a:pt x="44" y="76"/>
                    <a:pt x="44" y="76"/>
                  </a:cubicBezTo>
                  <a:cubicBezTo>
                    <a:pt x="44" y="87"/>
                    <a:pt x="44" y="87"/>
                    <a:pt x="44" y="87"/>
                  </a:cubicBezTo>
                  <a:cubicBezTo>
                    <a:pt x="53" y="87"/>
                    <a:pt x="53" y="87"/>
                    <a:pt x="53" y="87"/>
                  </a:cubicBezTo>
                  <a:cubicBezTo>
                    <a:pt x="53" y="90"/>
                    <a:pt x="53" y="90"/>
                    <a:pt x="53" y="90"/>
                  </a:cubicBezTo>
                  <a:cubicBezTo>
                    <a:pt x="53" y="98"/>
                    <a:pt x="53" y="98"/>
                    <a:pt x="53" y="98"/>
                  </a:cubicBezTo>
                  <a:close/>
                  <a:moveTo>
                    <a:pt x="4" y="0"/>
                  </a:moveTo>
                  <a:cubicBezTo>
                    <a:pt x="48" y="0"/>
                    <a:pt x="48" y="0"/>
                    <a:pt x="48" y="0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" y="21"/>
                    <a:pt x="4" y="21"/>
                    <a:pt x="4" y="21"/>
                  </a:cubicBezTo>
                  <a:cubicBezTo>
                    <a:pt x="2" y="21"/>
                    <a:pt x="0" y="19"/>
                    <a:pt x="0" y="1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lose/>
                  <a:moveTo>
                    <a:pt x="53" y="54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77" y="76"/>
                    <a:pt x="77" y="76"/>
                    <a:pt x="77" y="76"/>
                  </a:cubicBezTo>
                  <a:cubicBezTo>
                    <a:pt x="79" y="76"/>
                    <a:pt x="81" y="74"/>
                    <a:pt x="81" y="72"/>
                  </a:cubicBezTo>
                  <a:cubicBezTo>
                    <a:pt x="81" y="58"/>
                    <a:pt x="81" y="58"/>
                    <a:pt x="81" y="58"/>
                  </a:cubicBezTo>
                  <a:cubicBezTo>
                    <a:pt x="81" y="56"/>
                    <a:pt x="79" y="54"/>
                    <a:pt x="77" y="54"/>
                  </a:cubicBezTo>
                  <a:cubicBezTo>
                    <a:pt x="53" y="54"/>
                    <a:pt x="53" y="54"/>
                    <a:pt x="53" y="54"/>
                  </a:cubicBezTo>
                  <a:close/>
                  <a:moveTo>
                    <a:pt x="59" y="8"/>
                  </a:moveTo>
                  <a:cubicBezTo>
                    <a:pt x="69" y="8"/>
                    <a:pt x="69" y="8"/>
                    <a:pt x="69" y="8"/>
                  </a:cubicBezTo>
                  <a:cubicBezTo>
                    <a:pt x="69" y="13"/>
                    <a:pt x="69" y="13"/>
                    <a:pt x="69" y="13"/>
                  </a:cubicBezTo>
                  <a:cubicBezTo>
                    <a:pt x="59" y="13"/>
                    <a:pt x="59" y="13"/>
                    <a:pt x="59" y="13"/>
                  </a:cubicBezTo>
                  <a:cubicBezTo>
                    <a:pt x="59" y="8"/>
                    <a:pt x="59" y="8"/>
                    <a:pt x="59" y="8"/>
                  </a:cubicBezTo>
                  <a:close/>
                  <a:moveTo>
                    <a:pt x="59" y="63"/>
                  </a:moveTo>
                  <a:cubicBezTo>
                    <a:pt x="69" y="63"/>
                    <a:pt x="69" y="63"/>
                    <a:pt x="69" y="63"/>
                  </a:cubicBezTo>
                  <a:cubicBezTo>
                    <a:pt x="69" y="67"/>
                    <a:pt x="69" y="67"/>
                    <a:pt x="69" y="67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59" y="63"/>
                    <a:pt x="59" y="63"/>
                    <a:pt x="59" y="63"/>
                  </a:cubicBezTo>
                  <a:close/>
                  <a:moveTo>
                    <a:pt x="59" y="35"/>
                  </a:moveTo>
                  <a:cubicBezTo>
                    <a:pt x="69" y="35"/>
                    <a:pt x="69" y="35"/>
                    <a:pt x="69" y="35"/>
                  </a:cubicBezTo>
                  <a:cubicBezTo>
                    <a:pt x="69" y="40"/>
                    <a:pt x="69" y="40"/>
                    <a:pt x="69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9" y="35"/>
                    <a:pt x="59" y="35"/>
                  </a:cubicBezTo>
                  <a:close/>
                  <a:moveTo>
                    <a:pt x="53" y="0"/>
                  </a:moveTo>
                  <a:cubicBezTo>
                    <a:pt x="53" y="21"/>
                    <a:pt x="53" y="21"/>
                    <a:pt x="53" y="21"/>
                  </a:cubicBezTo>
                  <a:cubicBezTo>
                    <a:pt x="77" y="21"/>
                    <a:pt x="77" y="21"/>
                    <a:pt x="77" y="21"/>
                  </a:cubicBezTo>
                  <a:cubicBezTo>
                    <a:pt x="79" y="21"/>
                    <a:pt x="81" y="19"/>
                    <a:pt x="81" y="17"/>
                  </a:cubicBezTo>
                  <a:cubicBezTo>
                    <a:pt x="81" y="4"/>
                    <a:pt x="81" y="4"/>
                    <a:pt x="81" y="4"/>
                  </a:cubicBezTo>
                  <a:cubicBezTo>
                    <a:pt x="81" y="2"/>
                    <a:pt x="79" y="0"/>
                    <a:pt x="77" y="0"/>
                  </a:cubicBezTo>
                  <a:cubicBezTo>
                    <a:pt x="53" y="0"/>
                    <a:pt x="53" y="0"/>
                    <a:pt x="53" y="0"/>
                  </a:cubicBezTo>
                  <a:close/>
                  <a:moveTo>
                    <a:pt x="53" y="27"/>
                  </a:moveTo>
                  <a:cubicBezTo>
                    <a:pt x="53" y="48"/>
                    <a:pt x="53" y="48"/>
                    <a:pt x="53" y="48"/>
                  </a:cubicBezTo>
                  <a:cubicBezTo>
                    <a:pt x="77" y="48"/>
                    <a:pt x="77" y="48"/>
                    <a:pt x="77" y="48"/>
                  </a:cubicBezTo>
                  <a:cubicBezTo>
                    <a:pt x="79" y="48"/>
                    <a:pt x="81" y="46"/>
                    <a:pt x="81" y="44"/>
                  </a:cubicBezTo>
                  <a:cubicBezTo>
                    <a:pt x="81" y="31"/>
                    <a:pt x="81" y="31"/>
                    <a:pt x="81" y="31"/>
                  </a:cubicBezTo>
                  <a:cubicBezTo>
                    <a:pt x="81" y="29"/>
                    <a:pt x="79" y="27"/>
                    <a:pt x="77" y="27"/>
                  </a:cubicBezTo>
                  <a:lnTo>
                    <a:pt x="53" y="2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>
                <a:defRPr/>
              </a:pPr>
              <a:endParaRPr lang="zh-CN" altLang="en-US" kern="0">
                <a:solidFill>
                  <a:srgbClr val="34495E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0" name="组合 29"/>
          <p:cNvGrpSpPr>
            <a:grpSpLocks noChangeAspect="1"/>
          </p:cNvGrpSpPr>
          <p:nvPr/>
        </p:nvGrpSpPr>
        <p:grpSpPr>
          <a:xfrm>
            <a:off x="362213" y="116632"/>
            <a:ext cx="381514" cy="327267"/>
            <a:chOff x="5084763" y="971548"/>
            <a:chExt cx="323865" cy="277813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31" name="Freeform 301"/>
            <p:cNvSpPr>
              <a:spLocks noEditPoints="1"/>
            </p:cNvSpPr>
            <p:nvPr/>
          </p:nvSpPr>
          <p:spPr bwMode="auto">
            <a:xfrm>
              <a:off x="5191140" y="1031873"/>
              <a:ext cx="217488" cy="217488"/>
            </a:xfrm>
            <a:custGeom>
              <a:avLst/>
              <a:gdLst>
                <a:gd name="T0" fmla="*/ 6 w 58"/>
                <a:gd name="T1" fmla="*/ 14 h 58"/>
                <a:gd name="T2" fmla="*/ 7 w 58"/>
                <a:gd name="T3" fmla="*/ 19 h 58"/>
                <a:gd name="T4" fmla="*/ 4 w 58"/>
                <a:gd name="T5" fmla="*/ 20 h 58"/>
                <a:gd name="T6" fmla="*/ 0 w 58"/>
                <a:gd name="T7" fmla="*/ 23 h 58"/>
                <a:gd name="T8" fmla="*/ 2 w 58"/>
                <a:gd name="T9" fmla="*/ 27 h 58"/>
                <a:gd name="T10" fmla="*/ 5 w 58"/>
                <a:gd name="T11" fmla="*/ 31 h 58"/>
                <a:gd name="T12" fmla="*/ 2 w 58"/>
                <a:gd name="T13" fmla="*/ 34 h 58"/>
                <a:gd name="T14" fmla="*/ 1 w 58"/>
                <a:gd name="T15" fmla="*/ 38 h 58"/>
                <a:gd name="T16" fmla="*/ 5 w 58"/>
                <a:gd name="T17" fmla="*/ 41 h 58"/>
                <a:gd name="T18" fmla="*/ 8 w 58"/>
                <a:gd name="T19" fmla="*/ 42 h 58"/>
                <a:gd name="T20" fmla="*/ 8 w 58"/>
                <a:gd name="T21" fmla="*/ 46 h 58"/>
                <a:gd name="T22" fmla="*/ 9 w 58"/>
                <a:gd name="T23" fmla="*/ 51 h 58"/>
                <a:gd name="T24" fmla="*/ 14 w 58"/>
                <a:gd name="T25" fmla="*/ 51 h 58"/>
                <a:gd name="T26" fmla="*/ 18 w 58"/>
                <a:gd name="T27" fmla="*/ 51 h 58"/>
                <a:gd name="T28" fmla="*/ 19 w 58"/>
                <a:gd name="T29" fmla="*/ 54 h 58"/>
                <a:gd name="T30" fmla="*/ 22 w 58"/>
                <a:gd name="T31" fmla="*/ 58 h 58"/>
                <a:gd name="T32" fmla="*/ 27 w 58"/>
                <a:gd name="T33" fmla="*/ 56 h 58"/>
                <a:gd name="T34" fmla="*/ 31 w 58"/>
                <a:gd name="T35" fmla="*/ 53 h 58"/>
                <a:gd name="T36" fmla="*/ 33 w 58"/>
                <a:gd name="T37" fmla="*/ 56 h 58"/>
                <a:gd name="T38" fmla="*/ 38 w 58"/>
                <a:gd name="T39" fmla="*/ 57 h 58"/>
                <a:gd name="T40" fmla="*/ 40 w 58"/>
                <a:gd name="T41" fmla="*/ 53 h 58"/>
                <a:gd name="T42" fmla="*/ 42 w 58"/>
                <a:gd name="T43" fmla="*/ 49 h 58"/>
                <a:gd name="T44" fmla="*/ 46 w 58"/>
                <a:gd name="T45" fmla="*/ 50 h 58"/>
                <a:gd name="T46" fmla="*/ 50 w 58"/>
                <a:gd name="T47" fmla="*/ 49 h 58"/>
                <a:gd name="T48" fmla="*/ 51 w 58"/>
                <a:gd name="T49" fmla="*/ 44 h 58"/>
                <a:gd name="T50" fmla="*/ 50 w 58"/>
                <a:gd name="T51" fmla="*/ 40 h 58"/>
                <a:gd name="T52" fmla="*/ 54 w 58"/>
                <a:gd name="T53" fmla="*/ 39 h 58"/>
                <a:gd name="T54" fmla="*/ 57 w 58"/>
                <a:gd name="T55" fmla="*/ 35 h 58"/>
                <a:gd name="T56" fmla="*/ 55 w 58"/>
                <a:gd name="T57" fmla="*/ 31 h 58"/>
                <a:gd name="T58" fmla="*/ 52 w 58"/>
                <a:gd name="T59" fmla="*/ 27 h 58"/>
                <a:gd name="T60" fmla="*/ 55 w 58"/>
                <a:gd name="T61" fmla="*/ 25 h 58"/>
                <a:gd name="T62" fmla="*/ 56 w 58"/>
                <a:gd name="T63" fmla="*/ 20 h 58"/>
                <a:gd name="T64" fmla="*/ 53 w 58"/>
                <a:gd name="T65" fmla="*/ 18 h 58"/>
                <a:gd name="T66" fmla="*/ 48 w 58"/>
                <a:gd name="T67" fmla="*/ 16 h 58"/>
                <a:gd name="T68" fmla="*/ 49 w 58"/>
                <a:gd name="T69" fmla="*/ 12 h 58"/>
                <a:gd name="T70" fmla="*/ 48 w 58"/>
                <a:gd name="T71" fmla="*/ 8 h 58"/>
                <a:gd name="T72" fmla="*/ 44 w 58"/>
                <a:gd name="T73" fmla="*/ 7 h 58"/>
                <a:gd name="T74" fmla="*/ 39 w 58"/>
                <a:gd name="T75" fmla="*/ 8 h 58"/>
                <a:gd name="T76" fmla="*/ 38 w 58"/>
                <a:gd name="T77" fmla="*/ 4 h 58"/>
                <a:gd name="T78" fmla="*/ 35 w 58"/>
                <a:gd name="T79" fmla="*/ 1 h 58"/>
                <a:gd name="T80" fmla="*/ 30 w 58"/>
                <a:gd name="T81" fmla="*/ 3 h 58"/>
                <a:gd name="T82" fmla="*/ 27 w 58"/>
                <a:gd name="T83" fmla="*/ 5 h 58"/>
                <a:gd name="T84" fmla="*/ 24 w 58"/>
                <a:gd name="T85" fmla="*/ 3 h 58"/>
                <a:gd name="T86" fmla="*/ 20 w 58"/>
                <a:gd name="T87" fmla="*/ 1 h 58"/>
                <a:gd name="T88" fmla="*/ 17 w 58"/>
                <a:gd name="T89" fmla="*/ 5 h 58"/>
                <a:gd name="T90" fmla="*/ 15 w 58"/>
                <a:gd name="T91" fmla="*/ 10 h 58"/>
                <a:gd name="T92" fmla="*/ 12 w 58"/>
                <a:gd name="T93" fmla="*/ 9 h 58"/>
                <a:gd name="T94" fmla="*/ 7 w 58"/>
                <a:gd name="T95" fmla="*/ 10 h 58"/>
                <a:gd name="T96" fmla="*/ 6 w 58"/>
                <a:gd name="T97" fmla="*/ 14 h 58"/>
                <a:gd name="T98" fmla="*/ 23 w 58"/>
                <a:gd name="T99" fmla="*/ 13 h 58"/>
                <a:gd name="T100" fmla="*/ 45 w 58"/>
                <a:gd name="T101" fmla="*/ 24 h 58"/>
                <a:gd name="T102" fmla="*/ 34 w 58"/>
                <a:gd name="T103" fmla="*/ 45 h 58"/>
                <a:gd name="T104" fmla="*/ 13 w 58"/>
                <a:gd name="T105" fmla="*/ 34 h 58"/>
                <a:gd name="T106" fmla="*/ 23 w 58"/>
                <a:gd name="T107" fmla="*/ 1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8" h="58">
                  <a:moveTo>
                    <a:pt x="6" y="14"/>
                  </a:moveTo>
                  <a:cubicBezTo>
                    <a:pt x="8" y="15"/>
                    <a:pt x="7" y="18"/>
                    <a:pt x="7" y="19"/>
                  </a:cubicBezTo>
                  <a:cubicBezTo>
                    <a:pt x="7" y="20"/>
                    <a:pt x="5" y="20"/>
                    <a:pt x="4" y="20"/>
                  </a:cubicBezTo>
                  <a:cubicBezTo>
                    <a:pt x="2" y="20"/>
                    <a:pt x="0" y="21"/>
                    <a:pt x="0" y="23"/>
                  </a:cubicBezTo>
                  <a:cubicBezTo>
                    <a:pt x="0" y="25"/>
                    <a:pt x="0" y="27"/>
                    <a:pt x="2" y="27"/>
                  </a:cubicBezTo>
                  <a:cubicBezTo>
                    <a:pt x="3" y="28"/>
                    <a:pt x="5" y="30"/>
                    <a:pt x="5" y="31"/>
                  </a:cubicBezTo>
                  <a:cubicBezTo>
                    <a:pt x="5" y="32"/>
                    <a:pt x="4" y="33"/>
                    <a:pt x="2" y="34"/>
                  </a:cubicBezTo>
                  <a:cubicBezTo>
                    <a:pt x="1" y="34"/>
                    <a:pt x="0" y="36"/>
                    <a:pt x="1" y="38"/>
                  </a:cubicBezTo>
                  <a:cubicBezTo>
                    <a:pt x="1" y="40"/>
                    <a:pt x="3" y="42"/>
                    <a:pt x="5" y="41"/>
                  </a:cubicBezTo>
                  <a:cubicBezTo>
                    <a:pt x="6" y="41"/>
                    <a:pt x="8" y="41"/>
                    <a:pt x="8" y="42"/>
                  </a:cubicBezTo>
                  <a:cubicBezTo>
                    <a:pt x="9" y="42"/>
                    <a:pt x="9" y="45"/>
                    <a:pt x="8" y="46"/>
                  </a:cubicBezTo>
                  <a:cubicBezTo>
                    <a:pt x="7" y="47"/>
                    <a:pt x="7" y="50"/>
                    <a:pt x="9" y="51"/>
                  </a:cubicBezTo>
                  <a:cubicBezTo>
                    <a:pt x="11" y="52"/>
                    <a:pt x="13" y="53"/>
                    <a:pt x="14" y="51"/>
                  </a:cubicBezTo>
                  <a:cubicBezTo>
                    <a:pt x="15" y="50"/>
                    <a:pt x="18" y="51"/>
                    <a:pt x="18" y="51"/>
                  </a:cubicBezTo>
                  <a:cubicBezTo>
                    <a:pt x="19" y="51"/>
                    <a:pt x="20" y="53"/>
                    <a:pt x="19" y="54"/>
                  </a:cubicBezTo>
                  <a:cubicBezTo>
                    <a:pt x="19" y="56"/>
                    <a:pt x="20" y="57"/>
                    <a:pt x="22" y="58"/>
                  </a:cubicBezTo>
                  <a:cubicBezTo>
                    <a:pt x="25" y="58"/>
                    <a:pt x="26" y="57"/>
                    <a:pt x="27" y="56"/>
                  </a:cubicBezTo>
                  <a:cubicBezTo>
                    <a:pt x="27" y="54"/>
                    <a:pt x="30" y="53"/>
                    <a:pt x="31" y="53"/>
                  </a:cubicBezTo>
                  <a:cubicBezTo>
                    <a:pt x="31" y="53"/>
                    <a:pt x="33" y="54"/>
                    <a:pt x="33" y="56"/>
                  </a:cubicBezTo>
                  <a:cubicBezTo>
                    <a:pt x="34" y="57"/>
                    <a:pt x="36" y="58"/>
                    <a:pt x="38" y="57"/>
                  </a:cubicBezTo>
                  <a:cubicBezTo>
                    <a:pt x="40" y="57"/>
                    <a:pt x="41" y="55"/>
                    <a:pt x="40" y="53"/>
                  </a:cubicBezTo>
                  <a:cubicBezTo>
                    <a:pt x="40" y="52"/>
                    <a:pt x="42" y="49"/>
                    <a:pt x="42" y="49"/>
                  </a:cubicBezTo>
                  <a:cubicBezTo>
                    <a:pt x="43" y="48"/>
                    <a:pt x="44" y="49"/>
                    <a:pt x="46" y="50"/>
                  </a:cubicBezTo>
                  <a:cubicBezTo>
                    <a:pt x="47" y="51"/>
                    <a:pt x="49" y="51"/>
                    <a:pt x="50" y="49"/>
                  </a:cubicBezTo>
                  <a:cubicBezTo>
                    <a:pt x="52" y="47"/>
                    <a:pt x="52" y="45"/>
                    <a:pt x="51" y="44"/>
                  </a:cubicBezTo>
                  <a:cubicBezTo>
                    <a:pt x="50" y="43"/>
                    <a:pt x="50" y="40"/>
                    <a:pt x="50" y="40"/>
                  </a:cubicBezTo>
                  <a:cubicBezTo>
                    <a:pt x="51" y="39"/>
                    <a:pt x="52" y="38"/>
                    <a:pt x="54" y="39"/>
                  </a:cubicBezTo>
                  <a:cubicBezTo>
                    <a:pt x="55" y="39"/>
                    <a:pt x="57" y="38"/>
                    <a:pt x="57" y="35"/>
                  </a:cubicBezTo>
                  <a:cubicBezTo>
                    <a:pt x="58" y="33"/>
                    <a:pt x="57" y="31"/>
                    <a:pt x="55" y="31"/>
                  </a:cubicBezTo>
                  <a:cubicBezTo>
                    <a:pt x="54" y="31"/>
                    <a:pt x="53" y="28"/>
                    <a:pt x="52" y="27"/>
                  </a:cubicBezTo>
                  <a:cubicBezTo>
                    <a:pt x="52" y="26"/>
                    <a:pt x="54" y="25"/>
                    <a:pt x="55" y="25"/>
                  </a:cubicBezTo>
                  <a:cubicBezTo>
                    <a:pt x="56" y="24"/>
                    <a:pt x="57" y="22"/>
                    <a:pt x="56" y="20"/>
                  </a:cubicBezTo>
                  <a:cubicBezTo>
                    <a:pt x="56" y="18"/>
                    <a:pt x="54" y="17"/>
                    <a:pt x="53" y="18"/>
                  </a:cubicBezTo>
                  <a:cubicBezTo>
                    <a:pt x="51" y="18"/>
                    <a:pt x="49" y="16"/>
                    <a:pt x="48" y="16"/>
                  </a:cubicBezTo>
                  <a:cubicBezTo>
                    <a:pt x="48" y="15"/>
                    <a:pt x="48" y="13"/>
                    <a:pt x="49" y="12"/>
                  </a:cubicBezTo>
                  <a:cubicBezTo>
                    <a:pt x="50" y="11"/>
                    <a:pt x="50" y="9"/>
                    <a:pt x="48" y="8"/>
                  </a:cubicBezTo>
                  <a:cubicBezTo>
                    <a:pt x="47" y="6"/>
                    <a:pt x="45" y="6"/>
                    <a:pt x="44" y="7"/>
                  </a:cubicBezTo>
                  <a:cubicBezTo>
                    <a:pt x="42" y="8"/>
                    <a:pt x="40" y="8"/>
                    <a:pt x="39" y="8"/>
                  </a:cubicBezTo>
                  <a:cubicBezTo>
                    <a:pt x="38" y="7"/>
                    <a:pt x="38" y="6"/>
                    <a:pt x="38" y="4"/>
                  </a:cubicBezTo>
                  <a:cubicBezTo>
                    <a:pt x="38" y="3"/>
                    <a:pt x="37" y="1"/>
                    <a:pt x="35" y="1"/>
                  </a:cubicBezTo>
                  <a:cubicBezTo>
                    <a:pt x="33" y="0"/>
                    <a:pt x="31" y="1"/>
                    <a:pt x="30" y="3"/>
                  </a:cubicBezTo>
                  <a:cubicBezTo>
                    <a:pt x="30" y="4"/>
                    <a:pt x="28" y="5"/>
                    <a:pt x="27" y="5"/>
                  </a:cubicBezTo>
                  <a:cubicBezTo>
                    <a:pt x="26" y="6"/>
                    <a:pt x="25" y="4"/>
                    <a:pt x="24" y="3"/>
                  </a:cubicBezTo>
                  <a:cubicBezTo>
                    <a:pt x="24" y="1"/>
                    <a:pt x="22" y="1"/>
                    <a:pt x="20" y="1"/>
                  </a:cubicBezTo>
                  <a:cubicBezTo>
                    <a:pt x="18" y="2"/>
                    <a:pt x="16" y="4"/>
                    <a:pt x="17" y="5"/>
                  </a:cubicBezTo>
                  <a:cubicBezTo>
                    <a:pt x="17" y="7"/>
                    <a:pt x="16" y="9"/>
                    <a:pt x="15" y="10"/>
                  </a:cubicBezTo>
                  <a:cubicBezTo>
                    <a:pt x="14" y="10"/>
                    <a:pt x="13" y="10"/>
                    <a:pt x="12" y="9"/>
                  </a:cubicBezTo>
                  <a:cubicBezTo>
                    <a:pt x="10" y="8"/>
                    <a:pt x="8" y="8"/>
                    <a:pt x="7" y="10"/>
                  </a:cubicBezTo>
                  <a:cubicBezTo>
                    <a:pt x="6" y="11"/>
                    <a:pt x="5" y="13"/>
                    <a:pt x="6" y="14"/>
                  </a:cubicBezTo>
                  <a:close/>
                  <a:moveTo>
                    <a:pt x="23" y="13"/>
                  </a:moveTo>
                  <a:cubicBezTo>
                    <a:pt x="32" y="10"/>
                    <a:pt x="42" y="15"/>
                    <a:pt x="45" y="24"/>
                  </a:cubicBezTo>
                  <a:cubicBezTo>
                    <a:pt x="47" y="33"/>
                    <a:pt x="43" y="42"/>
                    <a:pt x="34" y="45"/>
                  </a:cubicBezTo>
                  <a:cubicBezTo>
                    <a:pt x="25" y="48"/>
                    <a:pt x="15" y="43"/>
                    <a:pt x="13" y="34"/>
                  </a:cubicBezTo>
                  <a:cubicBezTo>
                    <a:pt x="10" y="26"/>
                    <a:pt x="15" y="16"/>
                    <a:pt x="23" y="1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badi" panose="020B0604020104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2" name="Freeform 302"/>
            <p:cNvSpPr>
              <a:spLocks noEditPoints="1"/>
            </p:cNvSpPr>
            <p:nvPr/>
          </p:nvSpPr>
          <p:spPr bwMode="auto">
            <a:xfrm>
              <a:off x="5084781" y="971548"/>
              <a:ext cx="139701" cy="139700"/>
            </a:xfrm>
            <a:custGeom>
              <a:avLst/>
              <a:gdLst>
                <a:gd name="T0" fmla="*/ 4 w 37"/>
                <a:gd name="T1" fmla="*/ 9 h 37"/>
                <a:gd name="T2" fmla="*/ 5 w 37"/>
                <a:gd name="T3" fmla="*/ 12 h 37"/>
                <a:gd name="T4" fmla="*/ 2 w 37"/>
                <a:gd name="T5" fmla="*/ 12 h 37"/>
                <a:gd name="T6" fmla="*/ 0 w 37"/>
                <a:gd name="T7" fmla="*/ 14 h 37"/>
                <a:gd name="T8" fmla="*/ 1 w 37"/>
                <a:gd name="T9" fmla="*/ 17 h 37"/>
                <a:gd name="T10" fmla="*/ 3 w 37"/>
                <a:gd name="T11" fmla="*/ 20 h 37"/>
                <a:gd name="T12" fmla="*/ 2 w 37"/>
                <a:gd name="T13" fmla="*/ 21 h 37"/>
                <a:gd name="T14" fmla="*/ 1 w 37"/>
                <a:gd name="T15" fmla="*/ 24 h 37"/>
                <a:gd name="T16" fmla="*/ 3 w 37"/>
                <a:gd name="T17" fmla="*/ 26 h 37"/>
                <a:gd name="T18" fmla="*/ 5 w 37"/>
                <a:gd name="T19" fmla="*/ 26 h 37"/>
                <a:gd name="T20" fmla="*/ 5 w 37"/>
                <a:gd name="T21" fmla="*/ 29 h 37"/>
                <a:gd name="T22" fmla="*/ 6 w 37"/>
                <a:gd name="T23" fmla="*/ 32 h 37"/>
                <a:gd name="T24" fmla="*/ 9 w 37"/>
                <a:gd name="T25" fmla="*/ 33 h 37"/>
                <a:gd name="T26" fmla="*/ 12 w 37"/>
                <a:gd name="T27" fmla="*/ 32 h 37"/>
                <a:gd name="T28" fmla="*/ 12 w 37"/>
                <a:gd name="T29" fmla="*/ 34 h 37"/>
                <a:gd name="T30" fmla="*/ 15 w 37"/>
                <a:gd name="T31" fmla="*/ 37 h 37"/>
                <a:gd name="T32" fmla="*/ 17 w 37"/>
                <a:gd name="T33" fmla="*/ 35 h 37"/>
                <a:gd name="T34" fmla="*/ 20 w 37"/>
                <a:gd name="T35" fmla="*/ 34 h 37"/>
                <a:gd name="T36" fmla="*/ 21 w 37"/>
                <a:gd name="T37" fmla="*/ 35 h 37"/>
                <a:gd name="T38" fmla="*/ 24 w 37"/>
                <a:gd name="T39" fmla="*/ 36 h 37"/>
                <a:gd name="T40" fmla="*/ 26 w 37"/>
                <a:gd name="T41" fmla="*/ 34 h 37"/>
                <a:gd name="T42" fmla="*/ 27 w 37"/>
                <a:gd name="T43" fmla="*/ 31 h 37"/>
                <a:gd name="T44" fmla="*/ 29 w 37"/>
                <a:gd name="T45" fmla="*/ 32 h 37"/>
                <a:gd name="T46" fmla="*/ 32 w 37"/>
                <a:gd name="T47" fmla="*/ 31 h 37"/>
                <a:gd name="T48" fmla="*/ 33 w 37"/>
                <a:gd name="T49" fmla="*/ 28 h 37"/>
                <a:gd name="T50" fmla="*/ 32 w 37"/>
                <a:gd name="T51" fmla="*/ 25 h 37"/>
                <a:gd name="T52" fmla="*/ 35 w 37"/>
                <a:gd name="T53" fmla="*/ 24 h 37"/>
                <a:gd name="T54" fmla="*/ 37 w 37"/>
                <a:gd name="T55" fmla="*/ 22 h 37"/>
                <a:gd name="T56" fmla="*/ 36 w 37"/>
                <a:gd name="T57" fmla="*/ 19 h 37"/>
                <a:gd name="T58" fmla="*/ 34 w 37"/>
                <a:gd name="T59" fmla="*/ 17 h 37"/>
                <a:gd name="T60" fmla="*/ 35 w 37"/>
                <a:gd name="T61" fmla="*/ 15 h 37"/>
                <a:gd name="T62" fmla="*/ 36 w 37"/>
                <a:gd name="T63" fmla="*/ 12 h 37"/>
                <a:gd name="T64" fmla="*/ 34 w 37"/>
                <a:gd name="T65" fmla="*/ 11 h 37"/>
                <a:gd name="T66" fmla="*/ 31 w 37"/>
                <a:gd name="T67" fmla="*/ 9 h 37"/>
                <a:gd name="T68" fmla="*/ 32 w 37"/>
                <a:gd name="T69" fmla="*/ 7 h 37"/>
                <a:gd name="T70" fmla="*/ 31 w 37"/>
                <a:gd name="T71" fmla="*/ 4 h 37"/>
                <a:gd name="T72" fmla="*/ 28 w 37"/>
                <a:gd name="T73" fmla="*/ 4 h 37"/>
                <a:gd name="T74" fmla="*/ 25 w 37"/>
                <a:gd name="T75" fmla="*/ 4 h 37"/>
                <a:gd name="T76" fmla="*/ 25 w 37"/>
                <a:gd name="T77" fmla="*/ 2 h 37"/>
                <a:gd name="T78" fmla="*/ 22 w 37"/>
                <a:gd name="T79" fmla="*/ 0 h 37"/>
                <a:gd name="T80" fmla="*/ 20 w 37"/>
                <a:gd name="T81" fmla="*/ 1 h 37"/>
                <a:gd name="T82" fmla="*/ 17 w 37"/>
                <a:gd name="T83" fmla="*/ 3 h 37"/>
                <a:gd name="T84" fmla="*/ 16 w 37"/>
                <a:gd name="T85" fmla="*/ 1 h 37"/>
                <a:gd name="T86" fmla="*/ 13 w 37"/>
                <a:gd name="T87" fmla="*/ 0 h 37"/>
                <a:gd name="T88" fmla="*/ 11 w 37"/>
                <a:gd name="T89" fmla="*/ 3 h 37"/>
                <a:gd name="T90" fmla="*/ 10 w 37"/>
                <a:gd name="T91" fmla="*/ 6 h 37"/>
                <a:gd name="T92" fmla="*/ 8 w 37"/>
                <a:gd name="T93" fmla="*/ 5 h 37"/>
                <a:gd name="T94" fmla="*/ 5 w 37"/>
                <a:gd name="T95" fmla="*/ 6 h 37"/>
                <a:gd name="T96" fmla="*/ 4 w 37"/>
                <a:gd name="T97" fmla="*/ 9 h 37"/>
                <a:gd name="T98" fmla="*/ 15 w 37"/>
                <a:gd name="T99" fmla="*/ 8 h 37"/>
                <a:gd name="T100" fmla="*/ 29 w 37"/>
                <a:gd name="T101" fmla="*/ 15 h 37"/>
                <a:gd name="T102" fmla="*/ 22 w 37"/>
                <a:gd name="T103" fmla="*/ 29 h 37"/>
                <a:gd name="T104" fmla="*/ 8 w 37"/>
                <a:gd name="T105" fmla="*/ 22 h 37"/>
                <a:gd name="T106" fmla="*/ 15 w 37"/>
                <a:gd name="T107" fmla="*/ 8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7" h="37">
                  <a:moveTo>
                    <a:pt x="4" y="9"/>
                  </a:moveTo>
                  <a:cubicBezTo>
                    <a:pt x="5" y="9"/>
                    <a:pt x="5" y="11"/>
                    <a:pt x="5" y="12"/>
                  </a:cubicBezTo>
                  <a:cubicBezTo>
                    <a:pt x="4" y="12"/>
                    <a:pt x="3" y="12"/>
                    <a:pt x="2" y="12"/>
                  </a:cubicBezTo>
                  <a:cubicBezTo>
                    <a:pt x="1" y="12"/>
                    <a:pt x="0" y="13"/>
                    <a:pt x="0" y="14"/>
                  </a:cubicBezTo>
                  <a:cubicBezTo>
                    <a:pt x="0" y="16"/>
                    <a:pt x="0" y="17"/>
                    <a:pt x="1" y="17"/>
                  </a:cubicBezTo>
                  <a:cubicBezTo>
                    <a:pt x="2" y="17"/>
                    <a:pt x="3" y="19"/>
                    <a:pt x="3" y="20"/>
                  </a:cubicBezTo>
                  <a:cubicBezTo>
                    <a:pt x="3" y="20"/>
                    <a:pt x="2" y="21"/>
                    <a:pt x="2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" y="25"/>
                    <a:pt x="2" y="26"/>
                    <a:pt x="3" y="26"/>
                  </a:cubicBezTo>
                  <a:cubicBezTo>
                    <a:pt x="4" y="26"/>
                    <a:pt x="5" y="26"/>
                    <a:pt x="5" y="26"/>
                  </a:cubicBezTo>
                  <a:cubicBezTo>
                    <a:pt x="6" y="27"/>
                    <a:pt x="6" y="28"/>
                    <a:pt x="5" y="29"/>
                  </a:cubicBezTo>
                  <a:cubicBezTo>
                    <a:pt x="5" y="30"/>
                    <a:pt x="5" y="31"/>
                    <a:pt x="6" y="32"/>
                  </a:cubicBezTo>
                  <a:cubicBezTo>
                    <a:pt x="7" y="33"/>
                    <a:pt x="8" y="33"/>
                    <a:pt x="9" y="33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2" y="32"/>
                    <a:pt x="13" y="33"/>
                    <a:pt x="12" y="34"/>
                  </a:cubicBezTo>
                  <a:cubicBezTo>
                    <a:pt x="12" y="35"/>
                    <a:pt x="13" y="36"/>
                    <a:pt x="15" y="37"/>
                  </a:cubicBezTo>
                  <a:cubicBezTo>
                    <a:pt x="16" y="37"/>
                    <a:pt x="17" y="36"/>
                    <a:pt x="17" y="35"/>
                  </a:cubicBezTo>
                  <a:cubicBezTo>
                    <a:pt x="18" y="34"/>
                    <a:pt x="19" y="34"/>
                    <a:pt x="20" y="34"/>
                  </a:cubicBezTo>
                  <a:cubicBezTo>
                    <a:pt x="20" y="34"/>
                    <a:pt x="21" y="34"/>
                    <a:pt x="21" y="35"/>
                  </a:cubicBezTo>
                  <a:cubicBezTo>
                    <a:pt x="22" y="36"/>
                    <a:pt x="23" y="37"/>
                    <a:pt x="24" y="36"/>
                  </a:cubicBezTo>
                  <a:cubicBezTo>
                    <a:pt x="26" y="36"/>
                    <a:pt x="26" y="35"/>
                    <a:pt x="26" y="34"/>
                  </a:cubicBezTo>
                  <a:cubicBezTo>
                    <a:pt x="26" y="33"/>
                    <a:pt x="27" y="31"/>
                    <a:pt x="27" y="31"/>
                  </a:cubicBezTo>
                  <a:cubicBezTo>
                    <a:pt x="28" y="31"/>
                    <a:pt x="29" y="31"/>
                    <a:pt x="29" y="32"/>
                  </a:cubicBezTo>
                  <a:cubicBezTo>
                    <a:pt x="30" y="32"/>
                    <a:pt x="32" y="32"/>
                    <a:pt x="32" y="31"/>
                  </a:cubicBezTo>
                  <a:cubicBezTo>
                    <a:pt x="33" y="30"/>
                    <a:pt x="34" y="28"/>
                    <a:pt x="33" y="28"/>
                  </a:cubicBezTo>
                  <a:cubicBezTo>
                    <a:pt x="32" y="27"/>
                    <a:pt x="32" y="25"/>
                    <a:pt x="32" y="25"/>
                  </a:cubicBezTo>
                  <a:cubicBezTo>
                    <a:pt x="33" y="24"/>
                    <a:pt x="34" y="24"/>
                    <a:pt x="35" y="24"/>
                  </a:cubicBezTo>
                  <a:cubicBezTo>
                    <a:pt x="36" y="24"/>
                    <a:pt x="37" y="24"/>
                    <a:pt x="37" y="22"/>
                  </a:cubicBezTo>
                  <a:cubicBezTo>
                    <a:pt x="37" y="21"/>
                    <a:pt x="37" y="20"/>
                    <a:pt x="36" y="19"/>
                  </a:cubicBezTo>
                  <a:cubicBezTo>
                    <a:pt x="35" y="19"/>
                    <a:pt x="34" y="18"/>
                    <a:pt x="34" y="17"/>
                  </a:cubicBezTo>
                  <a:cubicBezTo>
                    <a:pt x="34" y="16"/>
                    <a:pt x="35" y="16"/>
                    <a:pt x="35" y="15"/>
                  </a:cubicBezTo>
                  <a:cubicBezTo>
                    <a:pt x="36" y="15"/>
                    <a:pt x="37" y="14"/>
                    <a:pt x="36" y="12"/>
                  </a:cubicBezTo>
                  <a:cubicBezTo>
                    <a:pt x="36" y="11"/>
                    <a:pt x="35" y="10"/>
                    <a:pt x="34" y="11"/>
                  </a:cubicBezTo>
                  <a:cubicBezTo>
                    <a:pt x="33" y="11"/>
                    <a:pt x="31" y="10"/>
                    <a:pt x="31" y="9"/>
                  </a:cubicBezTo>
                  <a:cubicBezTo>
                    <a:pt x="31" y="9"/>
                    <a:pt x="31" y="8"/>
                    <a:pt x="32" y="7"/>
                  </a:cubicBezTo>
                  <a:cubicBezTo>
                    <a:pt x="32" y="7"/>
                    <a:pt x="32" y="5"/>
                    <a:pt x="31" y="4"/>
                  </a:cubicBezTo>
                  <a:cubicBezTo>
                    <a:pt x="30" y="3"/>
                    <a:pt x="29" y="3"/>
                    <a:pt x="28" y="4"/>
                  </a:cubicBezTo>
                  <a:cubicBezTo>
                    <a:pt x="27" y="5"/>
                    <a:pt x="26" y="5"/>
                    <a:pt x="25" y="4"/>
                  </a:cubicBezTo>
                  <a:cubicBezTo>
                    <a:pt x="25" y="4"/>
                    <a:pt x="24" y="3"/>
                    <a:pt x="25" y="2"/>
                  </a:cubicBezTo>
                  <a:cubicBezTo>
                    <a:pt x="25" y="1"/>
                    <a:pt x="24" y="0"/>
                    <a:pt x="22" y="0"/>
                  </a:cubicBezTo>
                  <a:cubicBezTo>
                    <a:pt x="21" y="0"/>
                    <a:pt x="20" y="0"/>
                    <a:pt x="20" y="1"/>
                  </a:cubicBezTo>
                  <a:cubicBezTo>
                    <a:pt x="19" y="2"/>
                    <a:pt x="18" y="3"/>
                    <a:pt x="17" y="3"/>
                  </a:cubicBezTo>
                  <a:cubicBezTo>
                    <a:pt x="17" y="3"/>
                    <a:pt x="16" y="2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11" y="1"/>
                    <a:pt x="11" y="2"/>
                    <a:pt x="11" y="3"/>
                  </a:cubicBezTo>
                  <a:cubicBezTo>
                    <a:pt x="11" y="4"/>
                    <a:pt x="10" y="5"/>
                    <a:pt x="10" y="6"/>
                  </a:cubicBezTo>
                  <a:cubicBezTo>
                    <a:pt x="9" y="6"/>
                    <a:pt x="8" y="6"/>
                    <a:pt x="8" y="5"/>
                  </a:cubicBezTo>
                  <a:cubicBezTo>
                    <a:pt x="7" y="4"/>
                    <a:pt x="5" y="5"/>
                    <a:pt x="5" y="6"/>
                  </a:cubicBezTo>
                  <a:cubicBezTo>
                    <a:pt x="4" y="7"/>
                    <a:pt x="3" y="8"/>
                    <a:pt x="4" y="9"/>
                  </a:cubicBezTo>
                  <a:close/>
                  <a:moveTo>
                    <a:pt x="15" y="8"/>
                  </a:moveTo>
                  <a:cubicBezTo>
                    <a:pt x="21" y="6"/>
                    <a:pt x="27" y="9"/>
                    <a:pt x="29" y="15"/>
                  </a:cubicBezTo>
                  <a:cubicBezTo>
                    <a:pt x="31" y="21"/>
                    <a:pt x="27" y="27"/>
                    <a:pt x="22" y="29"/>
                  </a:cubicBezTo>
                  <a:cubicBezTo>
                    <a:pt x="16" y="30"/>
                    <a:pt x="10" y="27"/>
                    <a:pt x="8" y="22"/>
                  </a:cubicBezTo>
                  <a:cubicBezTo>
                    <a:pt x="6" y="16"/>
                    <a:pt x="10" y="10"/>
                    <a:pt x="15" y="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badi" panose="020B0604020104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3" name="Freeform 303"/>
            <p:cNvSpPr>
              <a:spLocks noEditPoints="1"/>
            </p:cNvSpPr>
            <p:nvPr/>
          </p:nvSpPr>
          <p:spPr bwMode="auto">
            <a:xfrm>
              <a:off x="5084763" y="1111250"/>
              <a:ext cx="109538" cy="104775"/>
            </a:xfrm>
            <a:custGeom>
              <a:avLst/>
              <a:gdLst>
                <a:gd name="T0" fmla="*/ 3 w 29"/>
                <a:gd name="T1" fmla="*/ 7 h 28"/>
                <a:gd name="T2" fmla="*/ 4 w 29"/>
                <a:gd name="T3" fmla="*/ 9 h 28"/>
                <a:gd name="T4" fmla="*/ 2 w 29"/>
                <a:gd name="T5" fmla="*/ 9 h 28"/>
                <a:gd name="T6" fmla="*/ 0 w 29"/>
                <a:gd name="T7" fmla="*/ 11 h 28"/>
                <a:gd name="T8" fmla="*/ 1 w 29"/>
                <a:gd name="T9" fmla="*/ 13 h 28"/>
                <a:gd name="T10" fmla="*/ 3 w 29"/>
                <a:gd name="T11" fmla="*/ 15 h 28"/>
                <a:gd name="T12" fmla="*/ 1 w 29"/>
                <a:gd name="T13" fmla="*/ 16 h 28"/>
                <a:gd name="T14" fmla="*/ 1 w 29"/>
                <a:gd name="T15" fmla="*/ 19 h 28"/>
                <a:gd name="T16" fmla="*/ 3 w 29"/>
                <a:gd name="T17" fmla="*/ 20 h 28"/>
                <a:gd name="T18" fmla="*/ 4 w 29"/>
                <a:gd name="T19" fmla="*/ 20 h 28"/>
                <a:gd name="T20" fmla="*/ 4 w 29"/>
                <a:gd name="T21" fmla="*/ 23 h 28"/>
                <a:gd name="T22" fmla="*/ 5 w 29"/>
                <a:gd name="T23" fmla="*/ 25 h 28"/>
                <a:gd name="T24" fmla="*/ 7 w 29"/>
                <a:gd name="T25" fmla="*/ 25 h 28"/>
                <a:gd name="T26" fmla="*/ 9 w 29"/>
                <a:gd name="T27" fmla="*/ 25 h 28"/>
                <a:gd name="T28" fmla="*/ 10 w 29"/>
                <a:gd name="T29" fmla="*/ 27 h 28"/>
                <a:gd name="T30" fmla="*/ 11 w 29"/>
                <a:gd name="T31" fmla="*/ 28 h 28"/>
                <a:gd name="T32" fmla="*/ 13 w 29"/>
                <a:gd name="T33" fmla="*/ 27 h 28"/>
                <a:gd name="T34" fmla="*/ 15 w 29"/>
                <a:gd name="T35" fmla="*/ 26 h 28"/>
                <a:gd name="T36" fmla="*/ 17 w 29"/>
                <a:gd name="T37" fmla="*/ 27 h 28"/>
                <a:gd name="T38" fmla="*/ 19 w 29"/>
                <a:gd name="T39" fmla="*/ 28 h 28"/>
                <a:gd name="T40" fmla="*/ 20 w 29"/>
                <a:gd name="T41" fmla="*/ 26 h 28"/>
                <a:gd name="T42" fmla="*/ 21 w 29"/>
                <a:gd name="T43" fmla="*/ 24 h 28"/>
                <a:gd name="T44" fmla="*/ 23 w 29"/>
                <a:gd name="T45" fmla="*/ 24 h 28"/>
                <a:gd name="T46" fmla="*/ 25 w 29"/>
                <a:gd name="T47" fmla="*/ 24 h 28"/>
                <a:gd name="T48" fmla="*/ 25 w 29"/>
                <a:gd name="T49" fmla="*/ 21 h 28"/>
                <a:gd name="T50" fmla="*/ 25 w 29"/>
                <a:gd name="T51" fmla="*/ 19 h 28"/>
                <a:gd name="T52" fmla="*/ 27 w 29"/>
                <a:gd name="T53" fmla="*/ 19 h 28"/>
                <a:gd name="T54" fmla="*/ 29 w 29"/>
                <a:gd name="T55" fmla="*/ 17 h 28"/>
                <a:gd name="T56" fmla="*/ 28 w 29"/>
                <a:gd name="T57" fmla="*/ 15 h 28"/>
                <a:gd name="T58" fmla="*/ 26 w 29"/>
                <a:gd name="T59" fmla="*/ 13 h 28"/>
                <a:gd name="T60" fmla="*/ 27 w 29"/>
                <a:gd name="T61" fmla="*/ 12 h 28"/>
                <a:gd name="T62" fmla="*/ 28 w 29"/>
                <a:gd name="T63" fmla="*/ 10 h 28"/>
                <a:gd name="T64" fmla="*/ 26 w 29"/>
                <a:gd name="T65" fmla="*/ 8 h 28"/>
                <a:gd name="T66" fmla="*/ 24 w 29"/>
                <a:gd name="T67" fmla="*/ 7 h 28"/>
                <a:gd name="T68" fmla="*/ 25 w 29"/>
                <a:gd name="T69" fmla="*/ 6 h 28"/>
                <a:gd name="T70" fmla="*/ 24 w 29"/>
                <a:gd name="T71" fmla="*/ 3 h 28"/>
                <a:gd name="T72" fmla="*/ 22 w 29"/>
                <a:gd name="T73" fmla="*/ 3 h 28"/>
                <a:gd name="T74" fmla="*/ 19 w 29"/>
                <a:gd name="T75" fmla="*/ 3 h 28"/>
                <a:gd name="T76" fmla="*/ 19 w 29"/>
                <a:gd name="T77" fmla="*/ 2 h 28"/>
                <a:gd name="T78" fmla="*/ 17 w 29"/>
                <a:gd name="T79" fmla="*/ 0 h 28"/>
                <a:gd name="T80" fmla="*/ 15 w 29"/>
                <a:gd name="T81" fmla="*/ 1 h 28"/>
                <a:gd name="T82" fmla="*/ 13 w 29"/>
                <a:gd name="T83" fmla="*/ 2 h 28"/>
                <a:gd name="T84" fmla="*/ 12 w 29"/>
                <a:gd name="T85" fmla="*/ 1 h 28"/>
                <a:gd name="T86" fmla="*/ 10 w 29"/>
                <a:gd name="T87" fmla="*/ 0 h 28"/>
                <a:gd name="T88" fmla="*/ 9 w 29"/>
                <a:gd name="T89" fmla="*/ 2 h 28"/>
                <a:gd name="T90" fmla="*/ 8 w 29"/>
                <a:gd name="T91" fmla="*/ 4 h 28"/>
                <a:gd name="T92" fmla="*/ 6 w 29"/>
                <a:gd name="T93" fmla="*/ 4 h 28"/>
                <a:gd name="T94" fmla="*/ 4 w 29"/>
                <a:gd name="T95" fmla="*/ 4 h 28"/>
                <a:gd name="T96" fmla="*/ 3 w 29"/>
                <a:gd name="T97" fmla="*/ 7 h 28"/>
                <a:gd name="T98" fmla="*/ 12 w 29"/>
                <a:gd name="T99" fmla="*/ 6 h 28"/>
                <a:gd name="T100" fmla="*/ 22 w 29"/>
                <a:gd name="T101" fmla="*/ 12 h 28"/>
                <a:gd name="T102" fmla="*/ 17 w 29"/>
                <a:gd name="T103" fmla="*/ 22 h 28"/>
                <a:gd name="T104" fmla="*/ 6 w 29"/>
                <a:gd name="T105" fmla="*/ 17 h 28"/>
                <a:gd name="T106" fmla="*/ 12 w 29"/>
                <a:gd name="T107" fmla="*/ 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9" h="28">
                  <a:moveTo>
                    <a:pt x="3" y="7"/>
                  </a:moveTo>
                  <a:cubicBezTo>
                    <a:pt x="4" y="7"/>
                    <a:pt x="4" y="9"/>
                    <a:pt x="4" y="9"/>
                  </a:cubicBezTo>
                  <a:cubicBezTo>
                    <a:pt x="4" y="9"/>
                    <a:pt x="3" y="10"/>
                    <a:pt x="2" y="9"/>
                  </a:cubicBezTo>
                  <a:cubicBezTo>
                    <a:pt x="1" y="9"/>
                    <a:pt x="0" y="10"/>
                    <a:pt x="0" y="11"/>
                  </a:cubicBezTo>
                  <a:cubicBezTo>
                    <a:pt x="0" y="12"/>
                    <a:pt x="0" y="13"/>
                    <a:pt x="1" y="13"/>
                  </a:cubicBezTo>
                  <a:cubicBezTo>
                    <a:pt x="2" y="13"/>
                    <a:pt x="3" y="15"/>
                    <a:pt x="3" y="15"/>
                  </a:cubicBezTo>
                  <a:cubicBezTo>
                    <a:pt x="3" y="16"/>
                    <a:pt x="2" y="16"/>
                    <a:pt x="1" y="16"/>
                  </a:cubicBezTo>
                  <a:cubicBezTo>
                    <a:pt x="1" y="17"/>
                    <a:pt x="0" y="18"/>
                    <a:pt x="1" y="19"/>
                  </a:cubicBezTo>
                  <a:cubicBezTo>
                    <a:pt x="1" y="20"/>
                    <a:pt x="2" y="20"/>
                    <a:pt x="3" y="20"/>
                  </a:cubicBezTo>
                  <a:cubicBezTo>
                    <a:pt x="3" y="20"/>
                    <a:pt x="4" y="20"/>
                    <a:pt x="4" y="20"/>
                  </a:cubicBezTo>
                  <a:cubicBezTo>
                    <a:pt x="4" y="21"/>
                    <a:pt x="5" y="22"/>
                    <a:pt x="4" y="23"/>
                  </a:cubicBezTo>
                  <a:cubicBezTo>
                    <a:pt x="4" y="23"/>
                    <a:pt x="4" y="24"/>
                    <a:pt x="5" y="25"/>
                  </a:cubicBezTo>
                  <a:cubicBezTo>
                    <a:pt x="5" y="26"/>
                    <a:pt x="7" y="26"/>
                    <a:pt x="7" y="25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10" y="25"/>
                    <a:pt x="10" y="26"/>
                    <a:pt x="10" y="27"/>
                  </a:cubicBezTo>
                  <a:cubicBezTo>
                    <a:pt x="10" y="27"/>
                    <a:pt x="10" y="28"/>
                    <a:pt x="11" y="28"/>
                  </a:cubicBezTo>
                  <a:cubicBezTo>
                    <a:pt x="12" y="28"/>
                    <a:pt x="13" y="28"/>
                    <a:pt x="13" y="27"/>
                  </a:cubicBezTo>
                  <a:cubicBezTo>
                    <a:pt x="14" y="27"/>
                    <a:pt x="15" y="26"/>
                    <a:pt x="15" y="26"/>
                  </a:cubicBezTo>
                  <a:cubicBezTo>
                    <a:pt x="16" y="26"/>
                    <a:pt x="16" y="26"/>
                    <a:pt x="17" y="27"/>
                  </a:cubicBezTo>
                  <a:cubicBezTo>
                    <a:pt x="17" y="28"/>
                    <a:pt x="18" y="28"/>
                    <a:pt x="19" y="28"/>
                  </a:cubicBezTo>
                  <a:cubicBezTo>
                    <a:pt x="20" y="28"/>
                    <a:pt x="20" y="27"/>
                    <a:pt x="20" y="26"/>
                  </a:cubicBezTo>
                  <a:cubicBezTo>
                    <a:pt x="20" y="25"/>
                    <a:pt x="21" y="24"/>
                    <a:pt x="21" y="24"/>
                  </a:cubicBezTo>
                  <a:cubicBezTo>
                    <a:pt x="21" y="24"/>
                    <a:pt x="22" y="24"/>
                    <a:pt x="23" y="24"/>
                  </a:cubicBezTo>
                  <a:cubicBezTo>
                    <a:pt x="23" y="25"/>
                    <a:pt x="24" y="25"/>
                    <a:pt x="25" y="24"/>
                  </a:cubicBezTo>
                  <a:cubicBezTo>
                    <a:pt x="26" y="23"/>
                    <a:pt x="26" y="22"/>
                    <a:pt x="25" y="21"/>
                  </a:cubicBezTo>
                  <a:cubicBezTo>
                    <a:pt x="25" y="21"/>
                    <a:pt x="25" y="20"/>
                    <a:pt x="25" y="19"/>
                  </a:cubicBezTo>
                  <a:cubicBezTo>
                    <a:pt x="25" y="19"/>
                    <a:pt x="26" y="19"/>
                    <a:pt x="27" y="19"/>
                  </a:cubicBezTo>
                  <a:cubicBezTo>
                    <a:pt x="28" y="19"/>
                    <a:pt x="28" y="18"/>
                    <a:pt x="29" y="17"/>
                  </a:cubicBezTo>
                  <a:cubicBezTo>
                    <a:pt x="29" y="16"/>
                    <a:pt x="28" y="15"/>
                    <a:pt x="28" y="15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7" y="12"/>
                    <a:pt x="27" y="12"/>
                  </a:cubicBezTo>
                  <a:cubicBezTo>
                    <a:pt x="28" y="12"/>
                    <a:pt x="28" y="11"/>
                    <a:pt x="28" y="10"/>
                  </a:cubicBezTo>
                  <a:cubicBezTo>
                    <a:pt x="28" y="9"/>
                    <a:pt x="27" y="8"/>
                    <a:pt x="26" y="8"/>
                  </a:cubicBezTo>
                  <a:cubicBezTo>
                    <a:pt x="26" y="9"/>
                    <a:pt x="24" y="8"/>
                    <a:pt x="24" y="7"/>
                  </a:cubicBezTo>
                  <a:cubicBezTo>
                    <a:pt x="24" y="7"/>
                    <a:pt x="24" y="6"/>
                    <a:pt x="25" y="6"/>
                  </a:cubicBezTo>
                  <a:cubicBezTo>
                    <a:pt x="25" y="5"/>
                    <a:pt x="25" y="4"/>
                    <a:pt x="24" y="3"/>
                  </a:cubicBezTo>
                  <a:cubicBezTo>
                    <a:pt x="23" y="3"/>
                    <a:pt x="22" y="3"/>
                    <a:pt x="22" y="3"/>
                  </a:cubicBezTo>
                  <a:cubicBezTo>
                    <a:pt x="21" y="4"/>
                    <a:pt x="20" y="4"/>
                    <a:pt x="19" y="3"/>
                  </a:cubicBezTo>
                  <a:cubicBezTo>
                    <a:pt x="19" y="3"/>
                    <a:pt x="19" y="2"/>
                    <a:pt x="19" y="2"/>
                  </a:cubicBezTo>
                  <a:cubicBezTo>
                    <a:pt x="19" y="1"/>
                    <a:pt x="18" y="0"/>
                    <a:pt x="17" y="0"/>
                  </a:cubicBezTo>
                  <a:cubicBezTo>
                    <a:pt x="16" y="0"/>
                    <a:pt x="15" y="0"/>
                    <a:pt x="15" y="1"/>
                  </a:cubicBezTo>
                  <a:cubicBezTo>
                    <a:pt x="15" y="2"/>
                    <a:pt x="14" y="2"/>
                    <a:pt x="13" y="2"/>
                  </a:cubicBezTo>
                  <a:cubicBezTo>
                    <a:pt x="13" y="2"/>
                    <a:pt x="12" y="2"/>
                    <a:pt x="12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8" y="2"/>
                    <a:pt x="9" y="2"/>
                  </a:cubicBezTo>
                  <a:cubicBezTo>
                    <a:pt x="9" y="3"/>
                    <a:pt x="8" y="4"/>
                    <a:pt x="8" y="4"/>
                  </a:cubicBezTo>
                  <a:cubicBezTo>
                    <a:pt x="7" y="5"/>
                    <a:pt x="7" y="4"/>
                    <a:pt x="6" y="4"/>
                  </a:cubicBezTo>
                  <a:cubicBezTo>
                    <a:pt x="5" y="3"/>
                    <a:pt x="4" y="4"/>
                    <a:pt x="4" y="4"/>
                  </a:cubicBezTo>
                  <a:cubicBezTo>
                    <a:pt x="3" y="5"/>
                    <a:pt x="3" y="6"/>
                    <a:pt x="3" y="7"/>
                  </a:cubicBezTo>
                  <a:close/>
                  <a:moveTo>
                    <a:pt x="12" y="6"/>
                  </a:moveTo>
                  <a:cubicBezTo>
                    <a:pt x="16" y="5"/>
                    <a:pt x="21" y="7"/>
                    <a:pt x="22" y="12"/>
                  </a:cubicBezTo>
                  <a:cubicBezTo>
                    <a:pt x="24" y="16"/>
                    <a:pt x="21" y="21"/>
                    <a:pt x="17" y="22"/>
                  </a:cubicBezTo>
                  <a:cubicBezTo>
                    <a:pt x="13" y="23"/>
                    <a:pt x="8" y="21"/>
                    <a:pt x="6" y="17"/>
                  </a:cubicBezTo>
                  <a:cubicBezTo>
                    <a:pt x="5" y="12"/>
                    <a:pt x="7" y="8"/>
                    <a:pt x="12" y="6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Abadi" panose="020B0604020104020204" pitchFamily="34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38" name="文本框 9"/>
          <p:cNvSpPr txBox="1"/>
          <p:nvPr/>
        </p:nvSpPr>
        <p:spPr>
          <a:xfrm>
            <a:off x="986734" y="116796"/>
            <a:ext cx="1872208" cy="3462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marL="0" lvl="1"/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推理链路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"/>
          <p:cNvSpPr/>
          <p:nvPr>
            <p:custDataLst>
              <p:tags r:id="rId5"/>
            </p:custDataLst>
          </p:nvPr>
        </p:nvSpPr>
        <p:spPr>
          <a:xfrm>
            <a:off x="465455" y="1341120"/>
            <a:ext cx="2540000" cy="431800"/>
          </a:xfrm>
          <a:prstGeom prst="roundRect">
            <a:avLst/>
          </a:prstGeom>
          <a:solidFill>
            <a:srgbClr val="0A2244">
              <a:alpha val="85000"/>
            </a:srgbClr>
          </a:solidFill>
          <a:ln w="15875">
            <a:solidFill>
              <a:srgbClr val="00BE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病种候选</a:t>
            </a:r>
            <a:endParaRPr lang="zh-CN" altLang="en-US"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317500" y="3784600"/>
            <a:ext cx="2794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类胸片病种概率与置信度分层</a:t>
            </a:r>
            <a:endParaRPr lang="zh-CN" altLang="en-US" sz="1300" dirty="0" err="1" smtClean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7"/>
            </p:custDataLst>
          </p:nvPr>
        </p:nvSpPr>
        <p:spPr>
          <a:xfrm>
            <a:off x="2713355" y="6093460"/>
            <a:ext cx="2540000" cy="431800"/>
          </a:xfrm>
          <a:prstGeom prst="roundRect">
            <a:avLst/>
          </a:prstGeom>
          <a:solidFill>
            <a:srgbClr val="0A2244">
              <a:alpha val="85000"/>
            </a:srgbClr>
          </a:solidFill>
          <a:ln w="15875">
            <a:solidFill>
              <a:srgbClr val="00BE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病灶定位</a:t>
            </a:r>
            <a:endParaRPr lang="zh-CN" altLang="en-US"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8"/>
            </p:custDataLst>
          </p:nvPr>
        </p:nvSpPr>
        <p:spPr>
          <a:xfrm>
            <a:off x="3238500" y="5562600"/>
            <a:ext cx="2794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300" dirty="0" err="1" smtClean="0">
                <a:solidFill>
                  <a:srgbClr val="C6D6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准确提取病灶区域</a:t>
            </a:r>
            <a:endParaRPr lang="zh-CN" altLang="en-US" sz="1300" dirty="0" err="1" smtClean="0">
              <a:solidFill>
                <a:srgbClr val="C6D6E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圆角矩形 33"/>
          <p:cNvSpPr/>
          <p:nvPr>
            <p:custDataLst>
              <p:tags r:id="rId9"/>
            </p:custDataLst>
          </p:nvPr>
        </p:nvSpPr>
        <p:spPr>
          <a:xfrm>
            <a:off x="6215380" y="1374140"/>
            <a:ext cx="2540000" cy="431800"/>
          </a:xfrm>
          <a:prstGeom prst="roundRect">
            <a:avLst/>
          </a:prstGeom>
          <a:solidFill>
            <a:srgbClr val="0A2244">
              <a:alpha val="85000"/>
            </a:srgbClr>
          </a:solidFill>
          <a:ln w="15875">
            <a:solidFill>
              <a:srgbClr val="00BE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教材证据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对照</a:t>
            </a:r>
            <a:endParaRPr lang="zh-CN" altLang="en-US"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圆角矩形 35"/>
          <p:cNvSpPr/>
          <p:nvPr>
            <p:custDataLst>
              <p:tags r:id="rId10"/>
            </p:custDataLst>
          </p:nvPr>
        </p:nvSpPr>
        <p:spPr>
          <a:xfrm>
            <a:off x="9265920" y="6087745"/>
            <a:ext cx="2540000" cy="431800"/>
          </a:xfrm>
          <a:prstGeom prst="roundRect">
            <a:avLst/>
          </a:prstGeom>
          <a:solidFill>
            <a:srgbClr val="0A2244">
              <a:alpha val="85000"/>
            </a:srgbClr>
          </a:solidFill>
          <a:ln w="15875">
            <a:solidFill>
              <a:srgbClr val="00BE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lIns="0" tIns="0" rIns="0" bIns="0" rtlCol="0" anchor="ctr"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医生符合反馈</a:t>
            </a:r>
            <a:endParaRPr lang="zh-CN" altLang="en-US"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1"/>
            </p:custDataLst>
          </p:nvPr>
        </p:nvSpPr>
        <p:spPr>
          <a:xfrm>
            <a:off x="9080500" y="5562600"/>
            <a:ext cx="2794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300" dirty="0" err="1" smtClean="0">
                <a:solidFill>
                  <a:srgbClr val="C6D6E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报告可追溯、可编辑</a:t>
            </a:r>
            <a:endParaRPr lang="zh-CN" altLang="en-US" sz="1300" dirty="0" err="1" smtClean="0">
              <a:solidFill>
                <a:srgbClr val="C6D6E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9" name="直接箭头连接符 38"/>
          <p:cNvCxnSpPr/>
          <p:nvPr>
            <p:custDataLst>
              <p:tags r:id="rId12"/>
            </p:custDataLst>
          </p:nvPr>
        </p:nvCxnSpPr>
        <p:spPr>
          <a:xfrm>
            <a:off x="3217545" y="2924810"/>
            <a:ext cx="770890" cy="1185545"/>
          </a:xfrm>
          <a:prstGeom prst="straightConnector1">
            <a:avLst/>
          </a:prstGeom>
          <a:ln w="31750">
            <a:solidFill>
              <a:srgbClr val="00BEFF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>
            <p:custDataLst>
              <p:tags r:id="rId13"/>
            </p:custDataLst>
          </p:nvPr>
        </p:nvCxnSpPr>
        <p:spPr>
          <a:xfrm flipV="1">
            <a:off x="5089525" y="2997200"/>
            <a:ext cx="935990" cy="1151890"/>
          </a:xfrm>
          <a:prstGeom prst="straightConnector1">
            <a:avLst/>
          </a:prstGeom>
          <a:ln w="31750">
            <a:solidFill>
              <a:srgbClr val="00BEFF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>
            <p:custDataLst>
              <p:tags r:id="rId14"/>
            </p:custDataLst>
          </p:nvPr>
        </p:nvCxnSpPr>
        <p:spPr>
          <a:xfrm>
            <a:off x="9078595" y="2891790"/>
            <a:ext cx="691515" cy="1185545"/>
          </a:xfrm>
          <a:prstGeom prst="straightConnector1">
            <a:avLst/>
          </a:prstGeom>
          <a:ln w="31750">
            <a:solidFill>
              <a:srgbClr val="00BEFF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/>
          <p:cNvGrpSpPr/>
          <p:nvPr>
            <p:custDataLst>
              <p:tags r:id="rId15"/>
            </p:custDataLst>
          </p:nvPr>
        </p:nvGrpSpPr>
        <p:grpSpPr>
          <a:xfrm>
            <a:off x="265430" y="1854200"/>
            <a:ext cx="2905760" cy="1861185"/>
            <a:chOff x="874713" y="981075"/>
            <a:chExt cx="3219769" cy="2246382"/>
          </a:xfrm>
          <a:gradFill>
            <a:gsLst>
              <a:gs pos="100000">
                <a:schemeClr val="accent3">
                  <a:lumMod val="20000"/>
                  <a:lumOff val="80000"/>
                </a:schemeClr>
              </a:gs>
              <a:gs pos="39000">
                <a:srgbClr val="31859C"/>
              </a:gs>
            </a:gsLst>
            <a:lin ang="5400000" scaled="1"/>
          </a:gradFill>
        </p:grpSpPr>
        <p:sp>
          <p:nvSpPr>
            <p:cNvPr id="50" name="任意多边形: 形状 17"/>
            <p:cNvSpPr/>
            <p:nvPr>
              <p:custDataLst>
                <p:tags r:id="rId16"/>
              </p:custDataLst>
            </p:nvPr>
          </p:nvSpPr>
          <p:spPr>
            <a:xfrm>
              <a:off x="874713" y="981075"/>
              <a:ext cx="3219769" cy="2246382"/>
            </a:xfrm>
            <a:custGeom>
              <a:avLst/>
              <a:gdLst>
                <a:gd name="connsiteX0" fmla="*/ 156917 w 3219769"/>
                <a:gd name="connsiteY0" fmla="*/ 0 h 2246382"/>
                <a:gd name="connsiteX1" fmla="*/ 1756441 w 3219769"/>
                <a:gd name="connsiteY1" fmla="*/ 0 h 2246382"/>
                <a:gd name="connsiteX2" fmla="*/ 1804390 w 3219769"/>
                <a:gd name="connsiteY2" fmla="*/ 47950 h 2246382"/>
                <a:gd name="connsiteX3" fmla="*/ 3146750 w 3219769"/>
                <a:gd name="connsiteY3" fmla="*/ 47950 h 2246382"/>
                <a:gd name="connsiteX4" fmla="*/ 3192514 w 3219769"/>
                <a:gd name="connsiteY4" fmla="*/ 93713 h 2246382"/>
                <a:gd name="connsiteX5" fmla="*/ 3192514 w 3219769"/>
                <a:gd name="connsiteY5" fmla="*/ 395440 h 2246382"/>
                <a:gd name="connsiteX6" fmla="*/ 3192514 w 3219769"/>
                <a:gd name="connsiteY6" fmla="*/ 886941 h 2246382"/>
                <a:gd name="connsiteX7" fmla="*/ 3219769 w 3219769"/>
                <a:gd name="connsiteY7" fmla="*/ 914170 h 2246382"/>
                <a:gd name="connsiteX8" fmla="*/ 3219769 w 3219769"/>
                <a:gd name="connsiteY8" fmla="*/ 1215897 h 2246382"/>
                <a:gd name="connsiteX9" fmla="*/ 3219769 w 3219769"/>
                <a:gd name="connsiteY9" fmla="*/ 1497116 h 2246382"/>
                <a:gd name="connsiteX10" fmla="*/ 3219769 w 3219769"/>
                <a:gd name="connsiteY10" fmla="*/ 1798843 h 2246382"/>
                <a:gd name="connsiteX11" fmla="*/ 3187633 w 3219769"/>
                <a:gd name="connsiteY11" fmla="*/ 1830979 h 2246382"/>
                <a:gd name="connsiteX12" fmla="*/ 3187633 w 3219769"/>
                <a:gd name="connsiteY12" fmla="*/ 1856688 h 2246382"/>
                <a:gd name="connsiteX13" fmla="*/ 3187633 w 3219769"/>
                <a:gd name="connsiteY13" fmla="*/ 2158415 h 2246382"/>
                <a:gd name="connsiteX14" fmla="*/ 3099640 w 3219769"/>
                <a:gd name="connsiteY14" fmla="*/ 2246382 h 2246382"/>
                <a:gd name="connsiteX15" fmla="*/ 117688 w 3219769"/>
                <a:gd name="connsiteY15" fmla="*/ 2246382 h 2246382"/>
                <a:gd name="connsiteX16" fmla="*/ 687 w 3219769"/>
                <a:gd name="connsiteY16" fmla="*/ 2129406 h 2246382"/>
                <a:gd name="connsiteX17" fmla="*/ 0 w 3219769"/>
                <a:gd name="connsiteY17" fmla="*/ 458618 h 2246382"/>
                <a:gd name="connsiteX18" fmla="*/ 124 w 3219769"/>
                <a:gd name="connsiteY18" fmla="*/ 458494 h 2246382"/>
                <a:gd name="connsiteX19" fmla="*/ 0 w 3219769"/>
                <a:gd name="connsiteY19" fmla="*/ 156891 h 2246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219769" h="2246382">
                  <a:moveTo>
                    <a:pt x="156917" y="0"/>
                  </a:moveTo>
                  <a:lnTo>
                    <a:pt x="1756441" y="0"/>
                  </a:lnTo>
                  <a:lnTo>
                    <a:pt x="1804390" y="47950"/>
                  </a:lnTo>
                  <a:lnTo>
                    <a:pt x="3146750" y="47950"/>
                  </a:lnTo>
                  <a:lnTo>
                    <a:pt x="3192514" y="93713"/>
                  </a:lnTo>
                  <a:lnTo>
                    <a:pt x="3192514" y="395440"/>
                  </a:lnTo>
                  <a:lnTo>
                    <a:pt x="3192514" y="886941"/>
                  </a:lnTo>
                  <a:lnTo>
                    <a:pt x="3219769" y="914170"/>
                  </a:lnTo>
                  <a:lnTo>
                    <a:pt x="3219769" y="1215897"/>
                  </a:lnTo>
                  <a:lnTo>
                    <a:pt x="3219769" y="1497116"/>
                  </a:lnTo>
                  <a:lnTo>
                    <a:pt x="3219769" y="1798843"/>
                  </a:lnTo>
                  <a:lnTo>
                    <a:pt x="3187633" y="1830979"/>
                  </a:lnTo>
                  <a:lnTo>
                    <a:pt x="3187633" y="1856688"/>
                  </a:lnTo>
                  <a:lnTo>
                    <a:pt x="3187633" y="2158415"/>
                  </a:lnTo>
                  <a:lnTo>
                    <a:pt x="3099640" y="2246382"/>
                  </a:lnTo>
                  <a:lnTo>
                    <a:pt x="117688" y="2246382"/>
                  </a:lnTo>
                  <a:lnTo>
                    <a:pt x="687" y="2129406"/>
                  </a:lnTo>
                  <a:lnTo>
                    <a:pt x="0" y="458618"/>
                  </a:lnTo>
                  <a:lnTo>
                    <a:pt x="124" y="458494"/>
                  </a:lnTo>
                  <a:lnTo>
                    <a:pt x="0" y="156891"/>
                  </a:ln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1" name="任意多边形: 形状 18"/>
            <p:cNvSpPr/>
            <p:nvPr>
              <p:custDataLst>
                <p:tags r:id="rId17"/>
              </p:custDataLst>
            </p:nvPr>
          </p:nvSpPr>
          <p:spPr>
            <a:xfrm>
              <a:off x="4051150" y="1900685"/>
              <a:ext cx="19882" cy="874839"/>
            </a:xfrm>
            <a:custGeom>
              <a:avLst/>
              <a:gdLst>
                <a:gd name="connsiteX0" fmla="*/ 814 w 19882"/>
                <a:gd name="connsiteY0" fmla="*/ 0 h 874839"/>
                <a:gd name="connsiteX1" fmla="*/ 19882 w 19882"/>
                <a:gd name="connsiteY1" fmla="*/ 19068 h 874839"/>
                <a:gd name="connsiteX2" fmla="*/ 19882 w 19882"/>
                <a:gd name="connsiteY2" fmla="*/ 310681 h 874839"/>
                <a:gd name="connsiteX3" fmla="*/ 19882 w 19882"/>
                <a:gd name="connsiteY3" fmla="*/ 563345 h 874839"/>
                <a:gd name="connsiteX4" fmla="*/ 19882 w 19882"/>
                <a:gd name="connsiteY4" fmla="*/ 854958 h 874839"/>
                <a:gd name="connsiteX5" fmla="*/ 0 w 19882"/>
                <a:gd name="connsiteY5" fmla="*/ 874839 h 874839"/>
                <a:gd name="connsiteX6" fmla="*/ 407 w 19882"/>
                <a:gd name="connsiteY6" fmla="*/ 582819 h 874839"/>
                <a:gd name="connsiteX7" fmla="*/ 0 w 19882"/>
                <a:gd name="connsiteY7" fmla="*/ 583226 h 87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82" h="874839">
                  <a:moveTo>
                    <a:pt x="814" y="0"/>
                  </a:moveTo>
                  <a:lnTo>
                    <a:pt x="19882" y="19068"/>
                  </a:lnTo>
                  <a:lnTo>
                    <a:pt x="19882" y="310681"/>
                  </a:lnTo>
                  <a:lnTo>
                    <a:pt x="19882" y="563345"/>
                  </a:lnTo>
                  <a:lnTo>
                    <a:pt x="19882" y="854958"/>
                  </a:lnTo>
                  <a:lnTo>
                    <a:pt x="0" y="874839"/>
                  </a:lnTo>
                  <a:lnTo>
                    <a:pt x="407" y="582819"/>
                  </a:lnTo>
                  <a:lnTo>
                    <a:pt x="0" y="583226"/>
                  </a:lnTo>
                  <a:close/>
                </a:path>
              </a:pathLst>
            </a:custGeom>
            <a:grpFill/>
            <a:ln w="6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44" name="组合 43"/>
          <p:cNvGrpSpPr/>
          <p:nvPr>
            <p:custDataLst>
              <p:tags r:id="rId18"/>
            </p:custDataLst>
          </p:nvPr>
        </p:nvGrpSpPr>
        <p:grpSpPr>
          <a:xfrm>
            <a:off x="2497455" y="4101465"/>
            <a:ext cx="2905760" cy="1920240"/>
            <a:chOff x="874713" y="981075"/>
            <a:chExt cx="3219769" cy="2246382"/>
          </a:xfrm>
          <a:gradFill>
            <a:gsLst>
              <a:gs pos="100000">
                <a:schemeClr val="accent3">
                  <a:lumMod val="20000"/>
                  <a:lumOff val="80000"/>
                </a:schemeClr>
              </a:gs>
              <a:gs pos="39000">
                <a:srgbClr val="31859C"/>
              </a:gs>
            </a:gsLst>
            <a:lin ang="5400000" scaled="1"/>
          </a:gradFill>
        </p:grpSpPr>
        <p:sp>
          <p:nvSpPr>
            <p:cNvPr id="45" name="任意多边形: 形状 17"/>
            <p:cNvSpPr/>
            <p:nvPr>
              <p:custDataLst>
                <p:tags r:id="rId19"/>
              </p:custDataLst>
            </p:nvPr>
          </p:nvSpPr>
          <p:spPr>
            <a:xfrm>
              <a:off x="874713" y="981075"/>
              <a:ext cx="3219769" cy="2246382"/>
            </a:xfrm>
            <a:custGeom>
              <a:avLst/>
              <a:gdLst>
                <a:gd name="connsiteX0" fmla="*/ 156917 w 3219769"/>
                <a:gd name="connsiteY0" fmla="*/ 0 h 2246382"/>
                <a:gd name="connsiteX1" fmla="*/ 1756441 w 3219769"/>
                <a:gd name="connsiteY1" fmla="*/ 0 h 2246382"/>
                <a:gd name="connsiteX2" fmla="*/ 1804390 w 3219769"/>
                <a:gd name="connsiteY2" fmla="*/ 47950 h 2246382"/>
                <a:gd name="connsiteX3" fmla="*/ 3146750 w 3219769"/>
                <a:gd name="connsiteY3" fmla="*/ 47950 h 2246382"/>
                <a:gd name="connsiteX4" fmla="*/ 3192514 w 3219769"/>
                <a:gd name="connsiteY4" fmla="*/ 93713 h 2246382"/>
                <a:gd name="connsiteX5" fmla="*/ 3192514 w 3219769"/>
                <a:gd name="connsiteY5" fmla="*/ 395440 h 2246382"/>
                <a:gd name="connsiteX6" fmla="*/ 3192514 w 3219769"/>
                <a:gd name="connsiteY6" fmla="*/ 886941 h 2246382"/>
                <a:gd name="connsiteX7" fmla="*/ 3219769 w 3219769"/>
                <a:gd name="connsiteY7" fmla="*/ 914170 h 2246382"/>
                <a:gd name="connsiteX8" fmla="*/ 3219769 w 3219769"/>
                <a:gd name="connsiteY8" fmla="*/ 1215897 h 2246382"/>
                <a:gd name="connsiteX9" fmla="*/ 3219769 w 3219769"/>
                <a:gd name="connsiteY9" fmla="*/ 1497116 h 2246382"/>
                <a:gd name="connsiteX10" fmla="*/ 3219769 w 3219769"/>
                <a:gd name="connsiteY10" fmla="*/ 1798843 h 2246382"/>
                <a:gd name="connsiteX11" fmla="*/ 3187633 w 3219769"/>
                <a:gd name="connsiteY11" fmla="*/ 1830979 h 2246382"/>
                <a:gd name="connsiteX12" fmla="*/ 3187633 w 3219769"/>
                <a:gd name="connsiteY12" fmla="*/ 1856688 h 2246382"/>
                <a:gd name="connsiteX13" fmla="*/ 3187633 w 3219769"/>
                <a:gd name="connsiteY13" fmla="*/ 2158415 h 2246382"/>
                <a:gd name="connsiteX14" fmla="*/ 3099640 w 3219769"/>
                <a:gd name="connsiteY14" fmla="*/ 2246382 h 2246382"/>
                <a:gd name="connsiteX15" fmla="*/ 117688 w 3219769"/>
                <a:gd name="connsiteY15" fmla="*/ 2246382 h 2246382"/>
                <a:gd name="connsiteX16" fmla="*/ 687 w 3219769"/>
                <a:gd name="connsiteY16" fmla="*/ 2129406 h 2246382"/>
                <a:gd name="connsiteX17" fmla="*/ 0 w 3219769"/>
                <a:gd name="connsiteY17" fmla="*/ 458618 h 2246382"/>
                <a:gd name="connsiteX18" fmla="*/ 124 w 3219769"/>
                <a:gd name="connsiteY18" fmla="*/ 458494 h 2246382"/>
                <a:gd name="connsiteX19" fmla="*/ 0 w 3219769"/>
                <a:gd name="connsiteY19" fmla="*/ 156891 h 2246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219769" h="2246382">
                  <a:moveTo>
                    <a:pt x="156917" y="0"/>
                  </a:moveTo>
                  <a:lnTo>
                    <a:pt x="1756441" y="0"/>
                  </a:lnTo>
                  <a:lnTo>
                    <a:pt x="1804390" y="47950"/>
                  </a:lnTo>
                  <a:lnTo>
                    <a:pt x="3146750" y="47950"/>
                  </a:lnTo>
                  <a:lnTo>
                    <a:pt x="3192514" y="93713"/>
                  </a:lnTo>
                  <a:lnTo>
                    <a:pt x="3192514" y="395440"/>
                  </a:lnTo>
                  <a:lnTo>
                    <a:pt x="3192514" y="886941"/>
                  </a:lnTo>
                  <a:lnTo>
                    <a:pt x="3219769" y="914170"/>
                  </a:lnTo>
                  <a:lnTo>
                    <a:pt x="3219769" y="1215897"/>
                  </a:lnTo>
                  <a:lnTo>
                    <a:pt x="3219769" y="1497116"/>
                  </a:lnTo>
                  <a:lnTo>
                    <a:pt x="3219769" y="1798843"/>
                  </a:lnTo>
                  <a:lnTo>
                    <a:pt x="3187633" y="1830979"/>
                  </a:lnTo>
                  <a:lnTo>
                    <a:pt x="3187633" y="1856688"/>
                  </a:lnTo>
                  <a:lnTo>
                    <a:pt x="3187633" y="2158415"/>
                  </a:lnTo>
                  <a:lnTo>
                    <a:pt x="3099640" y="2246382"/>
                  </a:lnTo>
                  <a:lnTo>
                    <a:pt x="117688" y="2246382"/>
                  </a:lnTo>
                  <a:lnTo>
                    <a:pt x="687" y="2129406"/>
                  </a:lnTo>
                  <a:lnTo>
                    <a:pt x="0" y="458618"/>
                  </a:lnTo>
                  <a:lnTo>
                    <a:pt x="124" y="458494"/>
                  </a:lnTo>
                  <a:lnTo>
                    <a:pt x="0" y="156891"/>
                  </a:ln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47" name="任意多边形: 形状 18"/>
            <p:cNvSpPr/>
            <p:nvPr>
              <p:custDataLst>
                <p:tags r:id="rId20"/>
              </p:custDataLst>
            </p:nvPr>
          </p:nvSpPr>
          <p:spPr>
            <a:xfrm>
              <a:off x="4051150" y="1900685"/>
              <a:ext cx="19882" cy="874839"/>
            </a:xfrm>
            <a:custGeom>
              <a:avLst/>
              <a:gdLst>
                <a:gd name="connsiteX0" fmla="*/ 814 w 19882"/>
                <a:gd name="connsiteY0" fmla="*/ 0 h 874839"/>
                <a:gd name="connsiteX1" fmla="*/ 19882 w 19882"/>
                <a:gd name="connsiteY1" fmla="*/ 19068 h 874839"/>
                <a:gd name="connsiteX2" fmla="*/ 19882 w 19882"/>
                <a:gd name="connsiteY2" fmla="*/ 310681 h 874839"/>
                <a:gd name="connsiteX3" fmla="*/ 19882 w 19882"/>
                <a:gd name="connsiteY3" fmla="*/ 563345 h 874839"/>
                <a:gd name="connsiteX4" fmla="*/ 19882 w 19882"/>
                <a:gd name="connsiteY4" fmla="*/ 854958 h 874839"/>
                <a:gd name="connsiteX5" fmla="*/ 0 w 19882"/>
                <a:gd name="connsiteY5" fmla="*/ 874839 h 874839"/>
                <a:gd name="connsiteX6" fmla="*/ 407 w 19882"/>
                <a:gd name="connsiteY6" fmla="*/ 582819 h 874839"/>
                <a:gd name="connsiteX7" fmla="*/ 0 w 19882"/>
                <a:gd name="connsiteY7" fmla="*/ 583226 h 87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82" h="874839">
                  <a:moveTo>
                    <a:pt x="814" y="0"/>
                  </a:moveTo>
                  <a:lnTo>
                    <a:pt x="19882" y="19068"/>
                  </a:lnTo>
                  <a:lnTo>
                    <a:pt x="19882" y="310681"/>
                  </a:lnTo>
                  <a:lnTo>
                    <a:pt x="19882" y="563345"/>
                  </a:lnTo>
                  <a:lnTo>
                    <a:pt x="19882" y="854958"/>
                  </a:lnTo>
                  <a:lnTo>
                    <a:pt x="0" y="874839"/>
                  </a:lnTo>
                  <a:lnTo>
                    <a:pt x="407" y="582819"/>
                  </a:lnTo>
                  <a:lnTo>
                    <a:pt x="0" y="583226"/>
                  </a:lnTo>
                  <a:close/>
                </a:path>
              </a:pathLst>
            </a:custGeom>
            <a:grpFill/>
            <a:ln w="6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56" name="组合 55"/>
          <p:cNvGrpSpPr/>
          <p:nvPr>
            <p:custDataLst>
              <p:tags r:id="rId21"/>
            </p:custDataLst>
          </p:nvPr>
        </p:nvGrpSpPr>
        <p:grpSpPr>
          <a:xfrm>
            <a:off x="6032500" y="1888490"/>
            <a:ext cx="2905760" cy="1861185"/>
            <a:chOff x="874713" y="981075"/>
            <a:chExt cx="3219769" cy="2246382"/>
          </a:xfrm>
          <a:gradFill>
            <a:gsLst>
              <a:gs pos="100000">
                <a:schemeClr val="accent3">
                  <a:lumMod val="20000"/>
                  <a:lumOff val="80000"/>
                </a:schemeClr>
              </a:gs>
              <a:gs pos="39000">
                <a:srgbClr val="31859C"/>
              </a:gs>
            </a:gsLst>
            <a:lin ang="5400000" scaled="1"/>
          </a:gradFill>
        </p:grpSpPr>
        <p:sp>
          <p:nvSpPr>
            <p:cNvPr id="57" name="任意多边形: 形状 17"/>
            <p:cNvSpPr/>
            <p:nvPr>
              <p:custDataLst>
                <p:tags r:id="rId22"/>
              </p:custDataLst>
            </p:nvPr>
          </p:nvSpPr>
          <p:spPr>
            <a:xfrm>
              <a:off x="874713" y="981075"/>
              <a:ext cx="3219769" cy="2246382"/>
            </a:xfrm>
            <a:custGeom>
              <a:avLst/>
              <a:gdLst>
                <a:gd name="connsiteX0" fmla="*/ 156917 w 3219769"/>
                <a:gd name="connsiteY0" fmla="*/ 0 h 2246382"/>
                <a:gd name="connsiteX1" fmla="*/ 1756441 w 3219769"/>
                <a:gd name="connsiteY1" fmla="*/ 0 h 2246382"/>
                <a:gd name="connsiteX2" fmla="*/ 1804390 w 3219769"/>
                <a:gd name="connsiteY2" fmla="*/ 47950 h 2246382"/>
                <a:gd name="connsiteX3" fmla="*/ 3146750 w 3219769"/>
                <a:gd name="connsiteY3" fmla="*/ 47950 h 2246382"/>
                <a:gd name="connsiteX4" fmla="*/ 3192514 w 3219769"/>
                <a:gd name="connsiteY4" fmla="*/ 93713 h 2246382"/>
                <a:gd name="connsiteX5" fmla="*/ 3192514 w 3219769"/>
                <a:gd name="connsiteY5" fmla="*/ 395440 h 2246382"/>
                <a:gd name="connsiteX6" fmla="*/ 3192514 w 3219769"/>
                <a:gd name="connsiteY6" fmla="*/ 886941 h 2246382"/>
                <a:gd name="connsiteX7" fmla="*/ 3219769 w 3219769"/>
                <a:gd name="connsiteY7" fmla="*/ 914170 h 2246382"/>
                <a:gd name="connsiteX8" fmla="*/ 3219769 w 3219769"/>
                <a:gd name="connsiteY8" fmla="*/ 1215897 h 2246382"/>
                <a:gd name="connsiteX9" fmla="*/ 3219769 w 3219769"/>
                <a:gd name="connsiteY9" fmla="*/ 1497116 h 2246382"/>
                <a:gd name="connsiteX10" fmla="*/ 3219769 w 3219769"/>
                <a:gd name="connsiteY10" fmla="*/ 1798843 h 2246382"/>
                <a:gd name="connsiteX11" fmla="*/ 3187633 w 3219769"/>
                <a:gd name="connsiteY11" fmla="*/ 1830979 h 2246382"/>
                <a:gd name="connsiteX12" fmla="*/ 3187633 w 3219769"/>
                <a:gd name="connsiteY12" fmla="*/ 1856688 h 2246382"/>
                <a:gd name="connsiteX13" fmla="*/ 3187633 w 3219769"/>
                <a:gd name="connsiteY13" fmla="*/ 2158415 h 2246382"/>
                <a:gd name="connsiteX14" fmla="*/ 3099640 w 3219769"/>
                <a:gd name="connsiteY14" fmla="*/ 2246382 h 2246382"/>
                <a:gd name="connsiteX15" fmla="*/ 117688 w 3219769"/>
                <a:gd name="connsiteY15" fmla="*/ 2246382 h 2246382"/>
                <a:gd name="connsiteX16" fmla="*/ 687 w 3219769"/>
                <a:gd name="connsiteY16" fmla="*/ 2129406 h 2246382"/>
                <a:gd name="connsiteX17" fmla="*/ 0 w 3219769"/>
                <a:gd name="connsiteY17" fmla="*/ 458618 h 2246382"/>
                <a:gd name="connsiteX18" fmla="*/ 124 w 3219769"/>
                <a:gd name="connsiteY18" fmla="*/ 458494 h 2246382"/>
                <a:gd name="connsiteX19" fmla="*/ 0 w 3219769"/>
                <a:gd name="connsiteY19" fmla="*/ 156891 h 2246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219769" h="2246382">
                  <a:moveTo>
                    <a:pt x="156917" y="0"/>
                  </a:moveTo>
                  <a:lnTo>
                    <a:pt x="1756441" y="0"/>
                  </a:lnTo>
                  <a:lnTo>
                    <a:pt x="1804390" y="47950"/>
                  </a:lnTo>
                  <a:lnTo>
                    <a:pt x="3146750" y="47950"/>
                  </a:lnTo>
                  <a:lnTo>
                    <a:pt x="3192514" y="93713"/>
                  </a:lnTo>
                  <a:lnTo>
                    <a:pt x="3192514" y="395440"/>
                  </a:lnTo>
                  <a:lnTo>
                    <a:pt x="3192514" y="886941"/>
                  </a:lnTo>
                  <a:lnTo>
                    <a:pt x="3219769" y="914170"/>
                  </a:lnTo>
                  <a:lnTo>
                    <a:pt x="3219769" y="1215897"/>
                  </a:lnTo>
                  <a:lnTo>
                    <a:pt x="3219769" y="1497116"/>
                  </a:lnTo>
                  <a:lnTo>
                    <a:pt x="3219769" y="1798843"/>
                  </a:lnTo>
                  <a:lnTo>
                    <a:pt x="3187633" y="1830979"/>
                  </a:lnTo>
                  <a:lnTo>
                    <a:pt x="3187633" y="1856688"/>
                  </a:lnTo>
                  <a:lnTo>
                    <a:pt x="3187633" y="2158415"/>
                  </a:lnTo>
                  <a:lnTo>
                    <a:pt x="3099640" y="2246382"/>
                  </a:lnTo>
                  <a:lnTo>
                    <a:pt x="117688" y="2246382"/>
                  </a:lnTo>
                  <a:lnTo>
                    <a:pt x="687" y="2129406"/>
                  </a:lnTo>
                  <a:lnTo>
                    <a:pt x="0" y="458618"/>
                  </a:lnTo>
                  <a:lnTo>
                    <a:pt x="124" y="458494"/>
                  </a:lnTo>
                  <a:lnTo>
                    <a:pt x="0" y="156891"/>
                  </a:ln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58" name="任意多边形: 形状 18"/>
            <p:cNvSpPr/>
            <p:nvPr>
              <p:custDataLst>
                <p:tags r:id="rId23"/>
              </p:custDataLst>
            </p:nvPr>
          </p:nvSpPr>
          <p:spPr>
            <a:xfrm>
              <a:off x="4051150" y="1900685"/>
              <a:ext cx="19882" cy="874839"/>
            </a:xfrm>
            <a:custGeom>
              <a:avLst/>
              <a:gdLst>
                <a:gd name="connsiteX0" fmla="*/ 814 w 19882"/>
                <a:gd name="connsiteY0" fmla="*/ 0 h 874839"/>
                <a:gd name="connsiteX1" fmla="*/ 19882 w 19882"/>
                <a:gd name="connsiteY1" fmla="*/ 19068 h 874839"/>
                <a:gd name="connsiteX2" fmla="*/ 19882 w 19882"/>
                <a:gd name="connsiteY2" fmla="*/ 310681 h 874839"/>
                <a:gd name="connsiteX3" fmla="*/ 19882 w 19882"/>
                <a:gd name="connsiteY3" fmla="*/ 563345 h 874839"/>
                <a:gd name="connsiteX4" fmla="*/ 19882 w 19882"/>
                <a:gd name="connsiteY4" fmla="*/ 854958 h 874839"/>
                <a:gd name="connsiteX5" fmla="*/ 0 w 19882"/>
                <a:gd name="connsiteY5" fmla="*/ 874839 h 874839"/>
                <a:gd name="connsiteX6" fmla="*/ 407 w 19882"/>
                <a:gd name="connsiteY6" fmla="*/ 582819 h 874839"/>
                <a:gd name="connsiteX7" fmla="*/ 0 w 19882"/>
                <a:gd name="connsiteY7" fmla="*/ 583226 h 87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82" h="874839">
                  <a:moveTo>
                    <a:pt x="814" y="0"/>
                  </a:moveTo>
                  <a:lnTo>
                    <a:pt x="19882" y="19068"/>
                  </a:lnTo>
                  <a:lnTo>
                    <a:pt x="19882" y="310681"/>
                  </a:lnTo>
                  <a:lnTo>
                    <a:pt x="19882" y="563345"/>
                  </a:lnTo>
                  <a:lnTo>
                    <a:pt x="19882" y="854958"/>
                  </a:lnTo>
                  <a:lnTo>
                    <a:pt x="0" y="874839"/>
                  </a:lnTo>
                  <a:lnTo>
                    <a:pt x="407" y="582819"/>
                  </a:lnTo>
                  <a:lnTo>
                    <a:pt x="0" y="583226"/>
                  </a:lnTo>
                  <a:close/>
                </a:path>
              </a:pathLst>
            </a:custGeom>
            <a:grpFill/>
            <a:ln w="6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grpSp>
        <p:nvGrpSpPr>
          <p:cNvPr id="68" name="组合 67"/>
          <p:cNvGrpSpPr/>
          <p:nvPr>
            <p:custDataLst>
              <p:tags r:id="rId24"/>
            </p:custDataLst>
          </p:nvPr>
        </p:nvGrpSpPr>
        <p:grpSpPr>
          <a:xfrm>
            <a:off x="9003665" y="4149090"/>
            <a:ext cx="2905760" cy="1861185"/>
            <a:chOff x="874713" y="981075"/>
            <a:chExt cx="3219769" cy="2246382"/>
          </a:xfrm>
          <a:gradFill>
            <a:gsLst>
              <a:gs pos="100000">
                <a:schemeClr val="accent3">
                  <a:lumMod val="20000"/>
                  <a:lumOff val="80000"/>
                </a:schemeClr>
              </a:gs>
              <a:gs pos="39000">
                <a:srgbClr val="31859C"/>
              </a:gs>
            </a:gsLst>
            <a:lin ang="5400000" scaled="1"/>
          </a:gradFill>
        </p:grpSpPr>
        <p:sp>
          <p:nvSpPr>
            <p:cNvPr id="69" name="任意多边形: 形状 17"/>
            <p:cNvSpPr/>
            <p:nvPr>
              <p:custDataLst>
                <p:tags r:id="rId25"/>
              </p:custDataLst>
            </p:nvPr>
          </p:nvSpPr>
          <p:spPr>
            <a:xfrm>
              <a:off x="874713" y="981075"/>
              <a:ext cx="3219769" cy="2246382"/>
            </a:xfrm>
            <a:custGeom>
              <a:avLst/>
              <a:gdLst>
                <a:gd name="connsiteX0" fmla="*/ 156917 w 3219769"/>
                <a:gd name="connsiteY0" fmla="*/ 0 h 2246382"/>
                <a:gd name="connsiteX1" fmla="*/ 1756441 w 3219769"/>
                <a:gd name="connsiteY1" fmla="*/ 0 h 2246382"/>
                <a:gd name="connsiteX2" fmla="*/ 1804390 w 3219769"/>
                <a:gd name="connsiteY2" fmla="*/ 47950 h 2246382"/>
                <a:gd name="connsiteX3" fmla="*/ 3146750 w 3219769"/>
                <a:gd name="connsiteY3" fmla="*/ 47950 h 2246382"/>
                <a:gd name="connsiteX4" fmla="*/ 3192514 w 3219769"/>
                <a:gd name="connsiteY4" fmla="*/ 93713 h 2246382"/>
                <a:gd name="connsiteX5" fmla="*/ 3192514 w 3219769"/>
                <a:gd name="connsiteY5" fmla="*/ 395440 h 2246382"/>
                <a:gd name="connsiteX6" fmla="*/ 3192514 w 3219769"/>
                <a:gd name="connsiteY6" fmla="*/ 886941 h 2246382"/>
                <a:gd name="connsiteX7" fmla="*/ 3219769 w 3219769"/>
                <a:gd name="connsiteY7" fmla="*/ 914170 h 2246382"/>
                <a:gd name="connsiteX8" fmla="*/ 3219769 w 3219769"/>
                <a:gd name="connsiteY8" fmla="*/ 1215897 h 2246382"/>
                <a:gd name="connsiteX9" fmla="*/ 3219769 w 3219769"/>
                <a:gd name="connsiteY9" fmla="*/ 1497116 h 2246382"/>
                <a:gd name="connsiteX10" fmla="*/ 3219769 w 3219769"/>
                <a:gd name="connsiteY10" fmla="*/ 1798843 h 2246382"/>
                <a:gd name="connsiteX11" fmla="*/ 3187633 w 3219769"/>
                <a:gd name="connsiteY11" fmla="*/ 1830979 h 2246382"/>
                <a:gd name="connsiteX12" fmla="*/ 3187633 w 3219769"/>
                <a:gd name="connsiteY12" fmla="*/ 1856688 h 2246382"/>
                <a:gd name="connsiteX13" fmla="*/ 3187633 w 3219769"/>
                <a:gd name="connsiteY13" fmla="*/ 2158415 h 2246382"/>
                <a:gd name="connsiteX14" fmla="*/ 3099640 w 3219769"/>
                <a:gd name="connsiteY14" fmla="*/ 2246382 h 2246382"/>
                <a:gd name="connsiteX15" fmla="*/ 117688 w 3219769"/>
                <a:gd name="connsiteY15" fmla="*/ 2246382 h 2246382"/>
                <a:gd name="connsiteX16" fmla="*/ 687 w 3219769"/>
                <a:gd name="connsiteY16" fmla="*/ 2129406 h 2246382"/>
                <a:gd name="connsiteX17" fmla="*/ 0 w 3219769"/>
                <a:gd name="connsiteY17" fmla="*/ 458618 h 2246382"/>
                <a:gd name="connsiteX18" fmla="*/ 124 w 3219769"/>
                <a:gd name="connsiteY18" fmla="*/ 458494 h 2246382"/>
                <a:gd name="connsiteX19" fmla="*/ 0 w 3219769"/>
                <a:gd name="connsiteY19" fmla="*/ 156891 h 2246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219769" h="2246382">
                  <a:moveTo>
                    <a:pt x="156917" y="0"/>
                  </a:moveTo>
                  <a:lnTo>
                    <a:pt x="1756441" y="0"/>
                  </a:lnTo>
                  <a:lnTo>
                    <a:pt x="1804390" y="47950"/>
                  </a:lnTo>
                  <a:lnTo>
                    <a:pt x="3146750" y="47950"/>
                  </a:lnTo>
                  <a:lnTo>
                    <a:pt x="3192514" y="93713"/>
                  </a:lnTo>
                  <a:lnTo>
                    <a:pt x="3192514" y="395440"/>
                  </a:lnTo>
                  <a:lnTo>
                    <a:pt x="3192514" y="886941"/>
                  </a:lnTo>
                  <a:lnTo>
                    <a:pt x="3219769" y="914170"/>
                  </a:lnTo>
                  <a:lnTo>
                    <a:pt x="3219769" y="1215897"/>
                  </a:lnTo>
                  <a:lnTo>
                    <a:pt x="3219769" y="1497116"/>
                  </a:lnTo>
                  <a:lnTo>
                    <a:pt x="3219769" y="1798843"/>
                  </a:lnTo>
                  <a:lnTo>
                    <a:pt x="3187633" y="1830979"/>
                  </a:lnTo>
                  <a:lnTo>
                    <a:pt x="3187633" y="1856688"/>
                  </a:lnTo>
                  <a:lnTo>
                    <a:pt x="3187633" y="2158415"/>
                  </a:lnTo>
                  <a:lnTo>
                    <a:pt x="3099640" y="2246382"/>
                  </a:lnTo>
                  <a:lnTo>
                    <a:pt x="117688" y="2246382"/>
                  </a:lnTo>
                  <a:lnTo>
                    <a:pt x="687" y="2129406"/>
                  </a:lnTo>
                  <a:lnTo>
                    <a:pt x="0" y="458618"/>
                  </a:lnTo>
                  <a:lnTo>
                    <a:pt x="124" y="458494"/>
                  </a:lnTo>
                  <a:lnTo>
                    <a:pt x="0" y="156891"/>
                  </a:lnTo>
                  <a:close/>
                </a:path>
              </a:pathLst>
            </a:custGeom>
            <a:grpFill/>
            <a:ln w="9525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70" name="任意多边形: 形状 18"/>
            <p:cNvSpPr/>
            <p:nvPr>
              <p:custDataLst>
                <p:tags r:id="rId26"/>
              </p:custDataLst>
            </p:nvPr>
          </p:nvSpPr>
          <p:spPr>
            <a:xfrm>
              <a:off x="4051150" y="1900685"/>
              <a:ext cx="19882" cy="874839"/>
            </a:xfrm>
            <a:custGeom>
              <a:avLst/>
              <a:gdLst>
                <a:gd name="connsiteX0" fmla="*/ 814 w 19882"/>
                <a:gd name="connsiteY0" fmla="*/ 0 h 874839"/>
                <a:gd name="connsiteX1" fmla="*/ 19882 w 19882"/>
                <a:gd name="connsiteY1" fmla="*/ 19068 h 874839"/>
                <a:gd name="connsiteX2" fmla="*/ 19882 w 19882"/>
                <a:gd name="connsiteY2" fmla="*/ 310681 h 874839"/>
                <a:gd name="connsiteX3" fmla="*/ 19882 w 19882"/>
                <a:gd name="connsiteY3" fmla="*/ 563345 h 874839"/>
                <a:gd name="connsiteX4" fmla="*/ 19882 w 19882"/>
                <a:gd name="connsiteY4" fmla="*/ 854958 h 874839"/>
                <a:gd name="connsiteX5" fmla="*/ 0 w 19882"/>
                <a:gd name="connsiteY5" fmla="*/ 874839 h 874839"/>
                <a:gd name="connsiteX6" fmla="*/ 407 w 19882"/>
                <a:gd name="connsiteY6" fmla="*/ 582819 h 874839"/>
                <a:gd name="connsiteX7" fmla="*/ 0 w 19882"/>
                <a:gd name="connsiteY7" fmla="*/ 583226 h 87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82" h="874839">
                  <a:moveTo>
                    <a:pt x="814" y="0"/>
                  </a:moveTo>
                  <a:lnTo>
                    <a:pt x="19882" y="19068"/>
                  </a:lnTo>
                  <a:lnTo>
                    <a:pt x="19882" y="310681"/>
                  </a:lnTo>
                  <a:lnTo>
                    <a:pt x="19882" y="563345"/>
                  </a:lnTo>
                  <a:lnTo>
                    <a:pt x="19882" y="854958"/>
                  </a:lnTo>
                  <a:lnTo>
                    <a:pt x="0" y="874839"/>
                  </a:lnTo>
                  <a:lnTo>
                    <a:pt x="407" y="582819"/>
                  </a:lnTo>
                  <a:lnTo>
                    <a:pt x="0" y="583226"/>
                  </a:lnTo>
                  <a:close/>
                </a:path>
              </a:pathLst>
            </a:custGeom>
            <a:grpFill/>
            <a:ln w="65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71" name="文本框 70"/>
          <p:cNvSpPr txBox="1"/>
          <p:nvPr>
            <p:custDataLst>
              <p:tags r:id="rId27"/>
            </p:custDataLst>
          </p:nvPr>
        </p:nvSpPr>
        <p:spPr>
          <a:xfrm>
            <a:off x="6104890" y="3832225"/>
            <a:ext cx="2794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具体征象、支持</a:t>
            </a:r>
            <a:r>
              <a:rPr lang="en-US" altLang="zh-CN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反向证据与教材</a:t>
            </a:r>
            <a:r>
              <a:rPr lang="zh-CN" altLang="en-US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出处</a:t>
            </a:r>
            <a:endParaRPr lang="zh-CN" altLang="en-US" sz="1300" dirty="0" err="1" smtClean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28"/>
            </p:custDataLst>
          </p:nvPr>
        </p:nvSpPr>
        <p:spPr>
          <a:xfrm>
            <a:off x="2569210" y="6590665"/>
            <a:ext cx="2794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en-US" altLang="zh-CN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YOLO</a:t>
            </a:r>
            <a:r>
              <a:rPr lang="zh-CN" altLang="en-US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提示、</a:t>
            </a:r>
            <a:r>
              <a:rPr lang="en-US" altLang="zh-CN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SAM</a:t>
            </a:r>
            <a:r>
              <a:rPr lang="zh-CN" altLang="en-US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分割、热力图</a:t>
            </a:r>
            <a:r>
              <a:rPr lang="zh-CN" altLang="en-US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叠加</a:t>
            </a:r>
            <a:endParaRPr lang="zh-CN" altLang="en-US" sz="1300" dirty="0" err="1" smtClean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29"/>
            </p:custDataLst>
          </p:nvPr>
        </p:nvSpPr>
        <p:spPr>
          <a:xfrm>
            <a:off x="9136380" y="6564630"/>
            <a:ext cx="2794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ctr"/>
            <a:r>
              <a:rPr lang="zh-CN" altLang="en-US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en-US" altLang="zh-CN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不支持</a:t>
            </a:r>
            <a:r>
              <a:rPr lang="en-US" altLang="zh-CN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不确定，</a:t>
            </a:r>
            <a:r>
              <a:rPr lang="zh-CN" altLang="en-US" sz="1300" dirty="0" err="1" smtClean="0">
                <a:gradFill>
                  <a:gsLst>
                    <a:gs pos="50000">
                      <a:schemeClr val="accent3"/>
                    </a:gs>
                    <a:gs pos="0">
                      <a:schemeClr val="accent3">
                        <a:lumMod val="25000"/>
                        <a:lumOff val="75000"/>
                      </a:schemeClr>
                    </a:gs>
                    <a:gs pos="100000">
                      <a:schemeClr val="accent3">
                        <a:lumMod val="85000"/>
                      </a:schemeClr>
                    </a:gs>
                  </a:gsLst>
                  <a:lin ang="54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</a:rPr>
              <a:t>并记录错误原因</a:t>
            </a:r>
            <a:endParaRPr lang="zh-CN" altLang="en-US" sz="1300" dirty="0" err="1" smtClean="0">
              <a:gradFill>
                <a:gsLst>
                  <a:gs pos="50000">
                    <a:schemeClr val="accent3"/>
                  </a:gs>
                  <a:gs pos="0">
                    <a:schemeClr val="accent3">
                      <a:lumMod val="25000"/>
                      <a:lumOff val="75000"/>
                    </a:schemeClr>
                  </a:gs>
                  <a:gs pos="100000">
                    <a:schemeClr val="accent3">
                      <a:lumMod val="85000"/>
                    </a:schemeClr>
                  </a:gs>
                </a:gsLst>
                <a:lin ang="5400000" scaled="1"/>
              </a:gra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641600" y="4231640"/>
            <a:ext cx="2661285" cy="1732915"/>
          </a:xfrm>
          <a:prstGeom prst="rect">
            <a:avLst/>
          </a:prstGeom>
        </p:spPr>
      </p:pic>
      <p:pic>
        <p:nvPicPr>
          <p:cNvPr id="75" name="图片 74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25450" y="1973580"/>
            <a:ext cx="2580005" cy="1677670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205220" y="2005330"/>
            <a:ext cx="2637155" cy="1644650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161145" y="4293235"/>
            <a:ext cx="2644775" cy="162052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" y="0"/>
            <a:ext cx="12189460" cy="6858000"/>
          </a:xfrm>
          <a:prstGeom prst="rect">
            <a:avLst/>
          </a:prstGeom>
        </p:spPr>
      </p:pic>
      <p:sp>
        <p:nvSpPr>
          <p:cNvPr id="2" name="AutoShape 2"/>
          <p:cNvSpPr/>
          <p:nvPr/>
        </p:nvSpPr>
        <p:spPr>
          <a:xfrm>
            <a:off x="1588" y="0"/>
            <a:ext cx="12192000" cy="508000"/>
          </a:xfrm>
          <a:prstGeom prst="roundRect">
            <a:avLst>
              <a:gd name="adj" fmla="val 0"/>
            </a:avLst>
          </a:prstGeom>
          <a:solidFill>
            <a:srgbClr val="467D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 txBox="1"/>
          <p:nvPr/>
        </p:nvSpPr>
        <p:spPr>
          <a:xfrm>
            <a:off x="319088" y="50800"/>
            <a:ext cx="254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技术路线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10542588" y="50800"/>
            <a:ext cx="1524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光影智鉴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319088" y="609600"/>
            <a:ext cx="889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83C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分类提出候选，证据核验控制结论强度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19088" y="1117600"/>
            <a:ext cx="3556000" cy="508000"/>
          </a:xfrm>
          <a:prstGeom prst="roundRect">
            <a:avLst>
              <a:gd name="adj" fmla="val 15000"/>
            </a:avLst>
          </a:prstGeom>
          <a:solidFill>
            <a:srgbClr val="149B9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319088" y="11811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链路1·步骤1-2 影像输入与分类候选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002088" y="1117600"/>
            <a:ext cx="2413000" cy="508000"/>
          </a:xfrm>
          <a:prstGeom prst="roundRect">
            <a:avLst>
              <a:gd name="adj" fmla="val 15000"/>
            </a:avLst>
          </a:prstGeom>
          <a:solidFill>
            <a:srgbClr val="327D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4002088" y="1181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链路2·步骤3 定位选优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42088" y="1117600"/>
            <a:ext cx="5334000" cy="508000"/>
          </a:xfrm>
          <a:prstGeom prst="roundRect">
            <a:avLst>
              <a:gd name="adj" fmla="val 15000"/>
            </a:avLst>
          </a:prstGeom>
          <a:solidFill>
            <a:srgbClr val="7D4B9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6542088" y="11811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链路3·步骤4-6 结构化事实·证据核验·医生复核</a:t>
            </a:r>
            <a:endParaRPr lang="en-US" sz="1100"/>
          </a:p>
        </p:txBody>
      </p:sp>
      <p:sp>
        <p:nvSpPr>
          <p:cNvPr id="14" name="AutoShape 14"/>
          <p:cNvSpPr txBox="1"/>
          <p:nvPr>
            <p:custDataLst>
              <p:tags r:id="rId2"/>
            </p:custDataLst>
          </p:nvPr>
        </p:nvSpPr>
        <p:spPr>
          <a:xfrm>
            <a:off x="984568" y="638048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A69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输出14类病种概率，候选排序与置信度分层</a:t>
            </a:r>
            <a:endParaRPr lang="en-US" sz="1100"/>
          </a:p>
        </p:txBody>
      </p:sp>
      <p:sp>
        <p:nvSpPr>
          <p:cNvPr id="16" name="AutoShape 16"/>
          <p:cNvSpPr txBox="1"/>
          <p:nvPr>
            <p:custDataLst>
              <p:tags r:id="rId3"/>
            </p:custDataLst>
          </p:nvPr>
        </p:nvSpPr>
        <p:spPr>
          <a:xfrm>
            <a:off x="4729163" y="6381115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A69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YOLO/SAM分割，ECPS掩码一致性选优</a:t>
            </a:r>
            <a:endParaRPr lang="en-US" sz="1100"/>
          </a:p>
        </p:txBody>
      </p:sp>
      <p:sp>
        <p:nvSpPr>
          <p:cNvPr id="18" name="AutoShape 18"/>
          <p:cNvSpPr txBox="1"/>
          <p:nvPr>
            <p:custDataLst>
              <p:tags r:id="rId4"/>
            </p:custDataLst>
          </p:nvPr>
        </p:nvSpPr>
        <p:spPr>
          <a:xfrm>
            <a:off x="8545513" y="638048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5A697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Fact_JSON汇总，对照教材征象核验</a:t>
            </a:r>
            <a:endParaRPr lang="en-US" sz="110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rcRect t="11744" r="-849"/>
          <a:stretch>
            <a:fillRect/>
          </a:stretch>
        </p:blipFill>
        <p:spPr>
          <a:xfrm>
            <a:off x="624840" y="1713230"/>
            <a:ext cx="11160760" cy="4674235"/>
          </a:xfrm>
          <a:prstGeom prst="rect">
            <a:avLst/>
          </a:prstGeom>
        </p:spPr>
      </p:pic>
      <p:sp>
        <p:nvSpPr>
          <p:cNvPr id="15" name="AutoShape 15"/>
          <p:cNvSpPr txBox="1"/>
          <p:nvPr>
            <p:custDataLst>
              <p:tags r:id="rId6"/>
            </p:custDataLst>
          </p:nvPr>
        </p:nvSpPr>
        <p:spPr>
          <a:xfrm>
            <a:off x="4873308" y="6093460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327D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定位支持解释</a:t>
            </a:r>
            <a:endParaRPr lang="en-US" sz="1100"/>
          </a:p>
        </p:txBody>
      </p:sp>
      <p:sp>
        <p:nvSpPr>
          <p:cNvPr id="17" name="AutoShape 17"/>
          <p:cNvSpPr txBox="1"/>
          <p:nvPr>
            <p:custDataLst>
              <p:tags r:id="rId7"/>
            </p:custDataLst>
          </p:nvPr>
        </p:nvSpPr>
        <p:spPr>
          <a:xfrm>
            <a:off x="8473123" y="6093460"/>
            <a:ext cx="355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7D4B9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证据控制结论</a:t>
            </a:r>
            <a:endParaRPr lang="en-US" sz="1100"/>
          </a:p>
        </p:txBody>
      </p:sp>
      <p:sp>
        <p:nvSpPr>
          <p:cNvPr id="13" name="AutoShape 13"/>
          <p:cNvSpPr txBox="1"/>
          <p:nvPr>
            <p:custDataLst>
              <p:tags r:id="rId8"/>
            </p:custDataLst>
          </p:nvPr>
        </p:nvSpPr>
        <p:spPr>
          <a:xfrm>
            <a:off x="984568" y="6165215"/>
            <a:ext cx="381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49B9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分类提供候选</a:t>
            </a:r>
            <a:endParaRPr lang="en-US" sz="1100"/>
          </a:p>
        </p:txBody>
      </p:sp>
      <p:cxnSp>
        <p:nvCxnSpPr>
          <p:cNvPr id="39" name="直接箭头连接符 38"/>
          <p:cNvCxnSpPr/>
          <p:nvPr>
            <p:custDataLst>
              <p:tags r:id="rId9"/>
            </p:custDataLst>
          </p:nvPr>
        </p:nvCxnSpPr>
        <p:spPr>
          <a:xfrm>
            <a:off x="2065020" y="1484630"/>
            <a:ext cx="71755" cy="504190"/>
          </a:xfrm>
          <a:prstGeom prst="straightConnector1">
            <a:avLst/>
          </a:prstGeom>
          <a:ln w="31750" cap="rnd">
            <a:solidFill>
              <a:schemeClr val="accent1">
                <a:lumMod val="50000"/>
              </a:schemeClr>
            </a:solidFill>
            <a:prstDash val="sys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>
            <p:custDataLst>
              <p:tags r:id="rId10"/>
            </p:custDataLst>
          </p:nvPr>
        </p:nvCxnSpPr>
        <p:spPr>
          <a:xfrm>
            <a:off x="5208905" y="1484630"/>
            <a:ext cx="24765" cy="504190"/>
          </a:xfrm>
          <a:prstGeom prst="straightConnector1">
            <a:avLst/>
          </a:prstGeom>
          <a:ln w="31750" cap="rnd">
            <a:solidFill>
              <a:schemeClr val="accent3"/>
            </a:solidFill>
            <a:prstDash val="sys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>
            <p:custDataLst>
              <p:tags r:id="rId11"/>
            </p:custDataLst>
          </p:nvPr>
        </p:nvCxnSpPr>
        <p:spPr>
          <a:xfrm flipH="1">
            <a:off x="9481820" y="1484630"/>
            <a:ext cx="72390" cy="504190"/>
          </a:xfrm>
          <a:prstGeom prst="straightConnector1">
            <a:avLst/>
          </a:prstGeom>
          <a:ln w="31750" cap="rnd">
            <a:solidFill>
              <a:srgbClr val="7030A0"/>
            </a:solidFill>
            <a:prstDash val="sysDot"/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697230" y="1844675"/>
            <a:ext cx="2871470" cy="2499995"/>
          </a:xfrm>
          <a:prstGeom prst="rect">
            <a:avLst/>
          </a:prstGeom>
          <a:solidFill>
            <a:srgbClr val="B4DC8D">
              <a:alpha val="14000"/>
            </a:srgbClr>
          </a:solidFill>
          <a:ln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3649345" y="1844675"/>
            <a:ext cx="3384550" cy="2520315"/>
          </a:xfrm>
          <a:prstGeom prst="rect">
            <a:avLst/>
          </a:prstGeom>
          <a:solidFill>
            <a:schemeClr val="accent3">
              <a:alpha val="12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033895" y="1844675"/>
            <a:ext cx="4551045" cy="2499995"/>
          </a:xfrm>
          <a:prstGeom prst="rect">
            <a:avLst/>
          </a:prstGeom>
          <a:solidFill>
            <a:srgbClr val="7030A0">
              <a:alpha val="18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3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4.xml><?xml version="1.0" encoding="utf-8"?>
<p:tagLst xmlns:p="http://schemas.openxmlformats.org/presentationml/2006/main">
  <p:tag name="KSO_WM_DIAGRAM_VIRTUALLY_FRAME" val="{&quot;height&quot;:421.9,&quot;left&quot;:25,&quot;top&quot;:103.25,&quot;width&quot;:910}"/>
</p:tagLst>
</file>

<file path=ppt/tags/tag5.xml><?xml version="1.0" encoding="utf-8"?>
<p:tagLst xmlns:p="http://schemas.openxmlformats.org/presentationml/2006/main">
  <p:tag name="KSO_WM_DIAGRAM_VIRTUALLY_FRAME" val="{&quot;height&quot;:421.9,&quot;left&quot;:25,&quot;top&quot;:103.25,&quot;width&quot;:910}"/>
</p:tagLst>
</file>

<file path=ppt/tags/tag6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7.xml><?xml version="1.0" encoding="utf-8"?>
<p:tagLst xmlns:p="http://schemas.openxmlformats.org/presentationml/2006/main">
  <p:tag name="KSO_WM_DIAGRAM_VIRTUALLY_FRAME" val="{&quot;height&quot;:421.9,&quot;left&quot;:25,&quot;top&quot;:103.25,&quot;width&quot;:910}"/>
</p:tagLst>
</file>

<file path=ppt/tags/tag8.xml><?xml version="1.0" encoding="utf-8"?>
<p:tagLst xmlns:p="http://schemas.openxmlformats.org/presentationml/2006/main">
  <p:tag name="KSO_WM_DIAGRAM_VIRTUALLY_FRAME" val="{&quot;height&quot;:421.9,&quot;left&quot;:25,&quot;top&quot;:103.25,&quot;width&quot;:910}"/>
</p:tagLst>
</file>

<file path=ppt/tags/tag9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10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11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12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13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14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15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16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17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18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19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20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21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22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23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24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25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26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27.xml><?xml version="1.0" encoding="utf-8"?>
<p:tagLst xmlns:p="http://schemas.openxmlformats.org/presentationml/2006/main">
  <p:tag name="KSO_WM_DIAGRAM_VIRTUALLY_FRAME" val="{&quot;height&quot;:72.45,&quot;left&quot;:20.825,&quot;top&quot;:460,&quot;width&quot;:920.7}"/>
</p:tagLst>
</file>

<file path=ppt/tags/tag28.xml><?xml version="1.0" encoding="utf-8"?>
<p:tagLst xmlns:p="http://schemas.openxmlformats.org/presentationml/2006/main">
  <p:tag name="KSO_WM_DIAGRAM_VIRTUALLY_FRAME" val="{&quot;height&quot;:72.45,&quot;left&quot;:20.825,&quot;top&quot;:460,&quot;width&quot;:920.7}"/>
</p:tagLst>
</file>

<file path=ppt/tags/tag29.xml><?xml version="1.0" encoding="utf-8"?>
<p:tagLst xmlns:p="http://schemas.openxmlformats.org/presentationml/2006/main">
  <p:tag name="KSO_WM_DIAGRAM_VIRTUALLY_FRAME" val="{&quot;height&quot;:72.45,&quot;left&quot;:20.825,&quot;top&quot;:460,&quot;width&quot;:920.7}"/>
</p:tagLst>
</file>

<file path=ppt/tags/tag30.xml><?xml version="1.0" encoding="utf-8"?>
<p:tagLst xmlns:p="http://schemas.openxmlformats.org/presentationml/2006/main">
  <p:tag name="KSO_WM_DIAGRAM_VIRTUALLY_FRAME" val="{&quot;height&quot;:72.45,&quot;left&quot;:20.825,&quot;top&quot;:460,&quot;width&quot;:920.7}"/>
</p:tagLst>
</file>

<file path=ppt/tags/tag31.xml><?xml version="1.0" encoding="utf-8"?>
<p:tagLst xmlns:p="http://schemas.openxmlformats.org/presentationml/2006/main">
  <p:tag name="KSO_WM_DIAGRAM_VIRTUALLY_FRAME" val="{&quot;height&quot;:72.45,&quot;left&quot;:20.825,&quot;top&quot;:460,&quot;width&quot;:920.7}"/>
</p:tagLst>
</file>

<file path=ppt/tags/tag32.xml><?xml version="1.0" encoding="utf-8"?>
<p:tagLst xmlns:p="http://schemas.openxmlformats.org/presentationml/2006/main">
  <p:tag name="KSO_WM_DIAGRAM_VIRTUALLY_FRAME" val="{&quot;height&quot;:72.45,&quot;left&quot;:20.825,&quot;top&quot;:460,&quot;width&quot;:920.7}"/>
</p:tagLst>
</file>

<file path=ppt/tags/tag33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34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35.xml><?xml version="1.0" encoding="utf-8"?>
<p:tagLst xmlns:p="http://schemas.openxmlformats.org/presentationml/2006/main">
  <p:tag name="KSO_WM_DIAGRAM_VIRTUALLY_FRAME" val="{&quot;height&quot;:421.9,&quot;left&quot;:20.9,&quot;top&quot;:103.25,&quot;width&quot;:918.5}"/>
</p:tagLst>
</file>

<file path=ppt/tags/tag36.xml><?xml version="1.0" encoding="utf-8"?>
<p:tagLst xmlns:p="http://schemas.openxmlformats.org/presentationml/2006/main">
  <p:tag name="ISPRING_PRESENTATION_TITLE" val="PowerPoint 演示文稿"/>
  <p:tag name="ISPRING_ULTRA_SCORM_SLIDE_COUNT" val="40"/>
  <p:tag name="RESOURCE_RECORD_KEY" val="{&quot;10&quot;:[50059188,50059176]}"/>
</p:tagLst>
</file>

<file path=ppt/theme/theme1.xml><?xml version="1.0" encoding="utf-8"?>
<a:theme xmlns:a="http://schemas.openxmlformats.org/drawingml/2006/main" name="1_Office 主题​​">
  <a:themeElements>
    <a:clrScheme name="科技风">
      <a:dk1>
        <a:sysClr val="windowText" lastClr="000000"/>
      </a:dk1>
      <a:lt1>
        <a:sysClr val="window" lastClr="FFFFFF"/>
      </a:lt1>
      <a:dk2>
        <a:srgbClr val="2D3847"/>
      </a:dk2>
      <a:lt2>
        <a:srgbClr val="E7E6E6"/>
      </a:lt2>
      <a:accent1>
        <a:srgbClr val="00FFFF"/>
      </a:accent1>
      <a:accent2>
        <a:srgbClr val="016DFF"/>
      </a:accent2>
      <a:accent3>
        <a:srgbClr val="03A2FF"/>
      </a:accent3>
      <a:accent4>
        <a:srgbClr val="BFBFBF"/>
      </a:accent4>
      <a:accent5>
        <a:srgbClr val="A5A5A5"/>
      </a:accent5>
      <a:accent6>
        <a:srgbClr val="7F7F7F"/>
      </a:accent6>
      <a:hlink>
        <a:srgbClr val="0563C1"/>
      </a:hlink>
      <a:folHlink>
        <a:srgbClr val="954F72"/>
      </a:folHlink>
    </a:clrScheme>
    <a:fontScheme name="思源黑体&amp;Roboto">
      <a:majorFont>
        <a:latin typeface="Roboto Bold"/>
        <a:ea typeface="思源黑体 CN Bold"/>
        <a:cs typeface=""/>
      </a:majorFont>
      <a:minorFont>
        <a:latin typeface="Roboto Regular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bg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科技风">
    <a:dk1>
      <a:sysClr val="windowText" lastClr="000000"/>
    </a:dk1>
    <a:lt1>
      <a:sysClr val="window" lastClr="FFFFFF"/>
    </a:lt1>
    <a:dk2>
      <a:srgbClr val="2D3847"/>
    </a:dk2>
    <a:lt2>
      <a:srgbClr val="E7E6E6"/>
    </a:lt2>
    <a:accent1>
      <a:srgbClr val="00FFFF"/>
    </a:accent1>
    <a:accent2>
      <a:srgbClr val="016DFF"/>
    </a:accent2>
    <a:accent3>
      <a:srgbClr val="03A2FF"/>
    </a:accent3>
    <a:accent4>
      <a:srgbClr val="BFBFBF"/>
    </a:accent4>
    <a:accent5>
      <a:srgbClr val="A5A5A5"/>
    </a:accent5>
    <a:accent6>
      <a:srgbClr val="7F7F7F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310</Words>
  <Application>WPS 演示</Application>
  <PresentationFormat>自定义</PresentationFormat>
  <Paragraphs>48</Paragraphs>
  <Slides>2</Slides>
  <Notes>9</Notes>
  <HiddenSlides>0</HiddenSlides>
  <MMClips>1</MMClips>
  <ScaleCrop>false</ScaleCrop>
  <HeadingPairs>
    <vt:vector size="6" baseType="variant">
      <vt:variant>
        <vt:lpstr>已用的字体</vt:lpstr>
      </vt:variant>
      <vt:variant>
        <vt:i4>34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7" baseType="lpstr">
      <vt:lpstr>Arial</vt:lpstr>
      <vt:lpstr>宋体</vt:lpstr>
      <vt:lpstr>Wingdings</vt:lpstr>
      <vt:lpstr>黑体</vt:lpstr>
      <vt:lpstr>Abadi</vt:lpstr>
      <vt:lpstr>华文中宋</vt:lpstr>
      <vt:lpstr>微软雅黑</vt:lpstr>
      <vt:lpstr>Wingdings</vt:lpstr>
      <vt:lpstr>演示流云楷</vt:lpstr>
      <vt:lpstr>Calibri</vt:lpstr>
      <vt:lpstr>思源宋体 CN Heavy</vt:lpstr>
      <vt:lpstr>汉仪颜楷简</vt:lpstr>
      <vt:lpstr>汉仪旗黑-50简</vt:lpstr>
      <vt:lpstr>Impact</vt:lpstr>
      <vt:lpstr>Abel</vt:lpstr>
      <vt:lpstr>阿里巴巴普惠体 2.0 55 Regular</vt:lpstr>
      <vt:lpstr>阿里巴巴普惠体 2.0 55 Regular</vt:lpstr>
      <vt:lpstr>演示秋鸿楷</vt:lpstr>
      <vt:lpstr>方正舒体</vt:lpstr>
      <vt:lpstr>字由文艺黑</vt:lpstr>
      <vt:lpstr>Arial Unicode MS</vt:lpstr>
      <vt:lpstr>思源黑体 CN Regular</vt:lpstr>
      <vt:lpstr>Roboto Regular</vt:lpstr>
      <vt:lpstr>Segoe Print</vt:lpstr>
      <vt:lpstr>Calibri</vt:lpstr>
      <vt:lpstr>Impact</vt:lpstr>
      <vt:lpstr>字由文艺黑</vt:lpstr>
      <vt:lpstr>汉仪旗黑-50简</vt:lpstr>
      <vt:lpstr>演示流云楷</vt:lpstr>
      <vt:lpstr>阿里巴巴普惠体 2.0 55 Regular</vt:lpstr>
      <vt:lpstr>锐字逼格青春体简2.0</vt:lpstr>
      <vt:lpstr>清雅黑体</vt:lpstr>
      <vt:lpstr>Oxford Regular</vt:lpstr>
      <vt:lpstr>Noto Sans SC</vt:lpstr>
      <vt:lpstr>1_Office 主题​​</vt:lpstr>
      <vt:lpstr>方案C-波浪错落</vt:lpstr>
      <vt:lpstr>PowerPoint 演示文稿</vt:lpstr>
    </vt:vector>
  </TitlesOfParts>
  <Company>http://www.ypppt.com/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优品PPT</dc:creator>
  <cp:keywords>http:/www.ypppt.com</cp:keywords>
  <dc:description>http://www.ypppt.com/</dc:description>
  <cp:lastModifiedBy>韩碧林</cp:lastModifiedBy>
  <cp:revision>215</cp:revision>
  <dcterms:created xsi:type="dcterms:W3CDTF">2015-12-03T10:50:00Z</dcterms:created>
  <dcterms:modified xsi:type="dcterms:W3CDTF">2026-10-20T10:58:12Z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F854CE6A80224DAEB548FB5C3A0CD8AB_13</vt:lpwstr>
  </property>
  <property fmtid="{D5CDD505-2E9C-101B-9397-08002B2CF9AE}" pid="3" name="KSOProductBuildVer">
    <vt:lpwstr>2052-12.1.0.29161</vt:lpwstr>
  </property>
</Properties>
</file>